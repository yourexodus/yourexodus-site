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3138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llie Francis" initials="wF" lastIdx="1" clrIdx="0">
    <p:extLst>
      <p:ext uri="{19B8F6BF-5375-455C-9EA6-DF929625EA0E}">
        <p15:presenceInfo xmlns:p15="http://schemas.microsoft.com/office/powerpoint/2012/main" userId="fe051680bfdf9bb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9788"/>
    <a:srgbClr val="C7E5DF"/>
    <a:srgbClr val="FFC44F"/>
    <a:srgbClr val="FFCC66"/>
    <a:srgbClr val="C9DE7C"/>
    <a:srgbClr val="FFDF79"/>
    <a:srgbClr val="FEFAF8"/>
    <a:srgbClr val="FF5050"/>
    <a:srgbClr val="5F2015"/>
    <a:srgbClr val="0F06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24" autoAdjust="0"/>
    <p:restoredTop sz="94660"/>
  </p:normalViewPr>
  <p:slideViewPr>
    <p:cSldViewPr snapToGrid="0">
      <p:cViewPr varScale="1">
        <p:scale>
          <a:sx n="72" d="100"/>
          <a:sy n="72" d="100"/>
        </p:scale>
        <p:origin x="10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commentAuthors" Target="commentAuthors.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1C332-9851-437D-9EF4-9571B8639E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98DB92-8B58-42EB-BDC4-F29283E954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344D81-F741-443B-B2FE-F95B55E25126}"/>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5" name="Footer Placeholder 4">
            <a:extLst>
              <a:ext uri="{FF2B5EF4-FFF2-40B4-BE49-F238E27FC236}">
                <a16:creationId xmlns:a16="http://schemas.microsoft.com/office/drawing/2014/main" id="{E3A6CD7B-DBA2-4808-93FF-54C0C0A794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69F36E-5F1B-41FB-A73B-21516D01CD10}"/>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174704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8812A-132D-42B4-8DF2-45FE934D9D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819AC6-EF55-4C48-A8C8-AA738A8E8A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DC64B8-43B3-4BDC-8667-E4534CB5A9D2}"/>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5" name="Footer Placeholder 4">
            <a:extLst>
              <a:ext uri="{FF2B5EF4-FFF2-40B4-BE49-F238E27FC236}">
                <a16:creationId xmlns:a16="http://schemas.microsoft.com/office/drawing/2014/main" id="{5DFD8937-D282-4557-BB26-0640B60DD7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91EE5-0AC5-4C85-AB3F-FF4AE4BF92CB}"/>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1540834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82EC1-F8C8-4B2A-9EAC-6B9EDDE006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F53BE8-6D4E-4843-964C-72414380FB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3DF658-5659-4FB8-A261-65117D3CC233}"/>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5" name="Footer Placeholder 4">
            <a:extLst>
              <a:ext uri="{FF2B5EF4-FFF2-40B4-BE49-F238E27FC236}">
                <a16:creationId xmlns:a16="http://schemas.microsoft.com/office/drawing/2014/main" id="{139A471C-EF7F-430F-856D-D37BEA0051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214A8C-8036-4262-972F-7A5D70B60A64}"/>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4202966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A343A-E11A-42DB-AA7D-7B91FE8A2C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635DBF-E93D-4437-80A0-5F0771CD60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8EAAD6-D308-4892-A814-85902B5BD8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65DDA9-7052-4BB8-B77C-B616AC1182FF}"/>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6" name="Footer Placeholder 5">
            <a:extLst>
              <a:ext uri="{FF2B5EF4-FFF2-40B4-BE49-F238E27FC236}">
                <a16:creationId xmlns:a16="http://schemas.microsoft.com/office/drawing/2014/main" id="{1A28914C-1F12-4201-B924-63EABD4C97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10AC1F-5D2D-44CB-BE07-37EB8562B2A8}"/>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96576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CBFA7-2E0A-49BA-B180-55C1E4888C2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76FF8BE-0B86-4A29-8211-D5AB16ACC6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89B8BE-BE9E-4BC8-A3E0-EC09A357FD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913A52-5CDE-4FF9-B1A7-475D5F8EE8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62B97E-7866-409C-9A1A-446DF5984A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E784C7-D48C-4DDC-9D17-D40CA62F5269}"/>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8" name="Footer Placeholder 7">
            <a:extLst>
              <a:ext uri="{FF2B5EF4-FFF2-40B4-BE49-F238E27FC236}">
                <a16:creationId xmlns:a16="http://schemas.microsoft.com/office/drawing/2014/main" id="{94997520-C2D6-4860-A79F-CDDCEC082A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63B9DF-3510-4802-B7DE-CCC14EDBD20F}"/>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1302664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D60F1-F258-44BF-AD92-D40E05A3BE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247517-B06E-48C7-BB8B-5B3270C819D5}"/>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4" name="Footer Placeholder 3">
            <a:extLst>
              <a:ext uri="{FF2B5EF4-FFF2-40B4-BE49-F238E27FC236}">
                <a16:creationId xmlns:a16="http://schemas.microsoft.com/office/drawing/2014/main" id="{264AE607-1B17-4E1F-9A7A-D63247317A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701348-EA4D-4088-9498-631388B09A40}"/>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2913930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67555A-AB6D-4121-8DAB-D167CE0E4F72}"/>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3" name="Footer Placeholder 2">
            <a:extLst>
              <a:ext uri="{FF2B5EF4-FFF2-40B4-BE49-F238E27FC236}">
                <a16:creationId xmlns:a16="http://schemas.microsoft.com/office/drawing/2014/main" id="{95807514-41EA-4163-8D61-BFCE01B4D3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BC9D16-47FA-4392-80EF-032DB0AEF90A}"/>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2244629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94290-9939-4B53-A77C-CA36BA1F55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D4CC61D-9C96-42C8-9983-8E799504E7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18EBC24-12B9-4A3D-8734-276419B81E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41DA27-CEB3-4D92-98A9-C54B185A717E}"/>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6" name="Footer Placeholder 5">
            <a:extLst>
              <a:ext uri="{FF2B5EF4-FFF2-40B4-BE49-F238E27FC236}">
                <a16:creationId xmlns:a16="http://schemas.microsoft.com/office/drawing/2014/main" id="{52F57C0E-A518-4019-BAA1-953B26302D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52E291-CC2C-424E-8AA1-71DC85EA0D97}"/>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3268076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02E98-827F-40E8-9C82-F0FF037108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A0CDA2-AE81-4867-9C62-05B5DA0F77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8900DE-3E3A-4BAF-8E53-3CE5A7935E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1D9BCB-74DB-467E-ACC8-8952D51891E9}"/>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6" name="Footer Placeholder 5">
            <a:extLst>
              <a:ext uri="{FF2B5EF4-FFF2-40B4-BE49-F238E27FC236}">
                <a16:creationId xmlns:a16="http://schemas.microsoft.com/office/drawing/2014/main" id="{A4306207-4AC4-4B08-853E-DD60A52465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EE816C-BF77-41FC-815F-DA499C0B9A2C}"/>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120139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AFD6F-79AF-4646-A5AC-A759C60528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038D28F-C62E-4384-A590-A69B2ABC78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66DC88-A296-4419-99AE-9D5B406B6BB9}"/>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5" name="Footer Placeholder 4">
            <a:extLst>
              <a:ext uri="{FF2B5EF4-FFF2-40B4-BE49-F238E27FC236}">
                <a16:creationId xmlns:a16="http://schemas.microsoft.com/office/drawing/2014/main" id="{124E5199-D4AA-401C-A409-761BD6685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39BDF2-E77D-49D8-8E77-BE0E56D43598}"/>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1870682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14343A-15D6-4F6C-BCC0-8ECE0B94B3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1CE07C-4B6D-41E3-A3F7-45D3012040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FA187F-FF65-4F48-AFAE-15918BCDE765}"/>
              </a:ext>
            </a:extLst>
          </p:cNvPr>
          <p:cNvSpPr>
            <a:spLocks noGrp="1"/>
          </p:cNvSpPr>
          <p:nvPr>
            <p:ph type="dt" sz="half" idx="10"/>
          </p:nvPr>
        </p:nvSpPr>
        <p:spPr/>
        <p:txBody>
          <a:bodyPr/>
          <a:lstStyle/>
          <a:p>
            <a:fld id="{FAC727A2-4903-47E6-8789-D82CAE1C7797}" type="datetimeFigureOut">
              <a:rPr lang="en-US" smtClean="0"/>
              <a:t>9/5/2021</a:t>
            </a:fld>
            <a:endParaRPr lang="en-US"/>
          </a:p>
        </p:txBody>
      </p:sp>
      <p:sp>
        <p:nvSpPr>
          <p:cNvPr id="5" name="Footer Placeholder 4">
            <a:extLst>
              <a:ext uri="{FF2B5EF4-FFF2-40B4-BE49-F238E27FC236}">
                <a16:creationId xmlns:a16="http://schemas.microsoft.com/office/drawing/2014/main" id="{30A926EF-8FD7-4491-BF82-6763149039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CE1B6-5E97-4B1C-BBDA-FD3CE92DA8C5}"/>
              </a:ext>
            </a:extLst>
          </p:cNvPr>
          <p:cNvSpPr>
            <a:spLocks noGrp="1"/>
          </p:cNvSpPr>
          <p:nvPr>
            <p:ph type="sldNum" sz="quarter" idx="12"/>
          </p:nvPr>
        </p:nvSpPr>
        <p:spPr/>
        <p:txBody>
          <a:bodyPr/>
          <a:lstStyle/>
          <a:p>
            <a:fld id="{573207D7-AF63-4BF7-A634-7C011968EA6A}" type="slidenum">
              <a:rPr lang="en-US" smtClean="0"/>
              <a:t>‹#›</a:t>
            </a:fld>
            <a:endParaRPr lang="en-US"/>
          </a:p>
        </p:txBody>
      </p:sp>
    </p:spTree>
    <p:extLst>
      <p:ext uri="{BB962C8B-B14F-4D97-AF65-F5344CB8AC3E}">
        <p14:creationId xmlns:p14="http://schemas.microsoft.com/office/powerpoint/2010/main" val="1600281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A1B7FC-D45F-4103-8397-355630B62B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8FA053-C68A-4B09-AC7B-98A1C0090D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97264F-1138-4B5A-B7A0-AA673C1472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C727A2-4903-47E6-8789-D82CAE1C7797}" type="datetimeFigureOut">
              <a:rPr lang="en-US" smtClean="0"/>
              <a:t>9/5/2021</a:t>
            </a:fld>
            <a:endParaRPr lang="en-US"/>
          </a:p>
        </p:txBody>
      </p:sp>
      <p:sp>
        <p:nvSpPr>
          <p:cNvPr id="5" name="Footer Placeholder 4">
            <a:extLst>
              <a:ext uri="{FF2B5EF4-FFF2-40B4-BE49-F238E27FC236}">
                <a16:creationId xmlns:a16="http://schemas.microsoft.com/office/drawing/2014/main" id="{0090053D-24F2-4ECC-B239-E55AD1E514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E330EC0-DDB6-413A-95A4-A969B3D7F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3207D7-AF63-4BF7-A634-7C011968EA6A}" type="slidenum">
              <a:rPr lang="en-US" smtClean="0"/>
              <a:t>‹#›</a:t>
            </a:fld>
            <a:endParaRPr lang="en-US"/>
          </a:p>
        </p:txBody>
      </p:sp>
    </p:spTree>
    <p:extLst>
      <p:ext uri="{BB962C8B-B14F-4D97-AF65-F5344CB8AC3E}">
        <p14:creationId xmlns:p14="http://schemas.microsoft.com/office/powerpoint/2010/main" val="2511496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flower, plant, red, pink&#10;&#10;Description automatically generated">
            <a:extLst>
              <a:ext uri="{FF2B5EF4-FFF2-40B4-BE49-F238E27FC236}">
                <a16:creationId xmlns:a16="http://schemas.microsoft.com/office/drawing/2014/main" id="{C13387BD-2BE3-42A3-8FA2-77FEA8E3CD93}"/>
              </a:ext>
            </a:extLst>
          </p:cNvPr>
          <p:cNvPicPr>
            <a:picLocks noChangeAspect="1"/>
          </p:cNvPicPr>
          <p:nvPr/>
        </p:nvPicPr>
        <p:blipFill>
          <a:blip r:embed="rId2"/>
          <a:stretch>
            <a:fillRect/>
          </a:stretch>
        </p:blipFill>
        <p:spPr>
          <a:xfrm>
            <a:off x="-182094" y="319085"/>
            <a:ext cx="2620001" cy="6948489"/>
          </a:xfrm>
          <a:prstGeom prst="rect">
            <a:avLst/>
          </a:prstGeom>
        </p:spPr>
      </p:pic>
      <p:sp>
        <p:nvSpPr>
          <p:cNvPr id="6" name="Rectangle 5" descr="Your Exodus , Here your story does not have to end&#10;&#10;&#10;In these times of uncertainty, we are losing our loved one’s to Covid, natural disasters, illness, and trauma.  Its more common to not be able to pay our respects as we would like.  Your Exodus is here to give you more time to celebrate the life of your loved one’s .  Our goal is to give you personal touch with pictures, videos, and sentiment. You can even select from a range of flowers to complete your final touch.  Taking time to mourn the loss of your loved is a part of healing.  It okay to hold on to fond memories and share your momentous with surviving friends and family\&#10;&#10;&#10;Who we are &#10;&#10;We are the Francis Family. We are not strangers to sudden tragedy.  In 2018 my husband was struck down with a massive heart attack.  The morning of open heart surgery it was heart breaking seeking him hung our 6year old daughter at the time as if it would be the last   My husband was given a 50/50 chance of surviving the surgery and I had a 11 month old baby that would grow up not knowing her Dad if he did not pull thru.  It was the most scariest time we had to face as a family.  A lot of touch-and-go nights for us.  Forteunately we beat the odds and pulled thru and I am so grateful because I know so many other did not.&#10;">
            <a:extLst>
              <a:ext uri="{FF2B5EF4-FFF2-40B4-BE49-F238E27FC236}">
                <a16:creationId xmlns:a16="http://schemas.microsoft.com/office/drawing/2014/main" id="{64F62805-27D7-45F0-B8DA-225058CA07BC}"/>
              </a:ext>
            </a:extLst>
          </p:cNvPr>
          <p:cNvSpPr/>
          <p:nvPr/>
        </p:nvSpPr>
        <p:spPr>
          <a:xfrm>
            <a:off x="1975555" y="1123671"/>
            <a:ext cx="3274759" cy="6172479"/>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alibri" panose="020F0502020204030204" pitchFamily="34" charset="0"/>
                <a:cs typeface="Times New Roman" panose="02020603050405020304" pitchFamily="18" charset="0"/>
              </a:rPr>
              <a:t>Thank you for choosing Your-Exodus.  Our goal is to provide a quality static web page for our customers to commemorate their loved ones that have passed on.  We allow up to 2 weeks for forms submissions.  After the set deadline, we are allowed up to 2 weeks to develop the page and submit the link back to the customer.  If the customers is not satisfied, our policy allows 1-additional week for the customer to contact us about any corrections that need to be made. All payments are non-refundable.  If you are not satisfied with your page, we will work diligently to fix the issue.  Pages are available for 6 months after all changes are finalized and approved.</a:t>
            </a:r>
          </a:p>
        </p:txBody>
      </p:sp>
      <p:sp>
        <p:nvSpPr>
          <p:cNvPr id="7" name="Rectangle 6">
            <a:extLst>
              <a:ext uri="{FF2B5EF4-FFF2-40B4-BE49-F238E27FC236}">
                <a16:creationId xmlns:a16="http://schemas.microsoft.com/office/drawing/2014/main" id="{20A42C5C-827B-4561-AEFF-C77DC5BDFCD7}"/>
              </a:ext>
            </a:extLst>
          </p:cNvPr>
          <p:cNvSpPr/>
          <p:nvPr/>
        </p:nvSpPr>
        <p:spPr>
          <a:xfrm>
            <a:off x="9479815" y="1138104"/>
            <a:ext cx="2150018" cy="2204317"/>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alibri" panose="020F0502020204030204" pitchFamily="34" charset="0"/>
                <a:cs typeface="Times New Roman" panose="02020603050405020304" pitchFamily="18" charset="0"/>
              </a:rPr>
              <a:t>Pic 3</a:t>
            </a:r>
          </a:p>
        </p:txBody>
      </p:sp>
      <p:sp>
        <p:nvSpPr>
          <p:cNvPr id="9" name="Rectangle 8">
            <a:extLst>
              <a:ext uri="{FF2B5EF4-FFF2-40B4-BE49-F238E27FC236}">
                <a16:creationId xmlns:a16="http://schemas.microsoft.com/office/drawing/2014/main" id="{8B92F13F-8744-46D9-BA4A-5A5BAB696CEC}"/>
              </a:ext>
            </a:extLst>
          </p:cNvPr>
          <p:cNvSpPr/>
          <p:nvPr/>
        </p:nvSpPr>
        <p:spPr>
          <a:xfrm>
            <a:off x="5230584" y="1119138"/>
            <a:ext cx="4243001" cy="4252072"/>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alibri" panose="020F0502020204030204" pitchFamily="34" charset="0"/>
                <a:cs typeface="Times New Roman" panose="02020603050405020304" pitchFamily="18" charset="0"/>
              </a:rPr>
              <a:t>Pic 1</a:t>
            </a:r>
          </a:p>
        </p:txBody>
      </p:sp>
      <p:sp>
        <p:nvSpPr>
          <p:cNvPr id="10" name="Rectangle 9">
            <a:extLst>
              <a:ext uri="{FF2B5EF4-FFF2-40B4-BE49-F238E27FC236}">
                <a16:creationId xmlns:a16="http://schemas.microsoft.com/office/drawing/2014/main" id="{9E1A1503-7AB2-4B44-9D98-86F110BD2AA4}"/>
              </a:ext>
            </a:extLst>
          </p:cNvPr>
          <p:cNvSpPr/>
          <p:nvPr/>
        </p:nvSpPr>
        <p:spPr>
          <a:xfrm rot="5400000">
            <a:off x="7460056" y="5224351"/>
            <a:ext cx="1918628" cy="22141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alibri" panose="020F0502020204030204" pitchFamily="34" charset="0"/>
                <a:cs typeface="Times New Roman" panose="02020603050405020304" pitchFamily="18" charset="0"/>
              </a:rPr>
              <a:t>Pic 10</a:t>
            </a:r>
          </a:p>
        </p:txBody>
      </p:sp>
      <p:sp>
        <p:nvSpPr>
          <p:cNvPr id="12" name="Rectangle 11">
            <a:extLst>
              <a:ext uri="{FF2B5EF4-FFF2-40B4-BE49-F238E27FC236}">
                <a16:creationId xmlns:a16="http://schemas.microsoft.com/office/drawing/2014/main" id="{BFC97958-908E-4992-A7D6-0FE92B8C4AA1}"/>
              </a:ext>
            </a:extLst>
          </p:cNvPr>
          <p:cNvSpPr/>
          <p:nvPr/>
        </p:nvSpPr>
        <p:spPr>
          <a:xfrm rot="5400000">
            <a:off x="9529802" y="3293288"/>
            <a:ext cx="1999392" cy="20993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alibri" panose="020F0502020204030204" pitchFamily="34" charset="0"/>
                <a:cs typeface="Times New Roman" panose="02020603050405020304" pitchFamily="18" charset="0"/>
              </a:rPr>
              <a:t>Pic 7</a:t>
            </a:r>
          </a:p>
        </p:txBody>
      </p:sp>
      <p:sp>
        <p:nvSpPr>
          <p:cNvPr id="15" name="Rectangle 14">
            <a:extLst>
              <a:ext uri="{FF2B5EF4-FFF2-40B4-BE49-F238E27FC236}">
                <a16:creationId xmlns:a16="http://schemas.microsoft.com/office/drawing/2014/main" id="{D00F6E8E-0E9A-4877-9525-5BE20B86B690}"/>
              </a:ext>
            </a:extLst>
          </p:cNvPr>
          <p:cNvSpPr/>
          <p:nvPr/>
        </p:nvSpPr>
        <p:spPr>
          <a:xfrm>
            <a:off x="5212940" y="5372100"/>
            <a:ext cx="2125587" cy="191862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alibri" panose="020F0502020204030204" pitchFamily="34" charset="0"/>
                <a:cs typeface="Times New Roman" panose="02020603050405020304" pitchFamily="18" charset="0"/>
              </a:rPr>
              <a:t>Pic 9</a:t>
            </a:r>
          </a:p>
        </p:txBody>
      </p:sp>
      <p:sp>
        <p:nvSpPr>
          <p:cNvPr id="16" name="Rectangle 15">
            <a:extLst>
              <a:ext uri="{FF2B5EF4-FFF2-40B4-BE49-F238E27FC236}">
                <a16:creationId xmlns:a16="http://schemas.microsoft.com/office/drawing/2014/main" id="{DFBDD63D-4875-4BB5-ACC0-3D5EA5223B9A}"/>
              </a:ext>
            </a:extLst>
          </p:cNvPr>
          <p:cNvSpPr/>
          <p:nvPr/>
        </p:nvSpPr>
        <p:spPr>
          <a:xfrm>
            <a:off x="9526433" y="5343524"/>
            <a:ext cx="2061993" cy="194720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alibri" panose="020F0502020204030204" pitchFamily="34" charset="0"/>
                <a:cs typeface="Times New Roman" panose="02020603050405020304" pitchFamily="18" charset="0"/>
              </a:rPr>
              <a:t>Pic 11</a:t>
            </a:r>
          </a:p>
        </p:txBody>
      </p:sp>
      <p:sp>
        <p:nvSpPr>
          <p:cNvPr id="17" name="Rectangle 16">
            <a:extLst>
              <a:ext uri="{FF2B5EF4-FFF2-40B4-BE49-F238E27FC236}">
                <a16:creationId xmlns:a16="http://schemas.microsoft.com/office/drawing/2014/main" id="{38F711F8-4E39-44CA-B222-02BE0DCB88C1}"/>
              </a:ext>
            </a:extLst>
          </p:cNvPr>
          <p:cNvSpPr/>
          <p:nvPr/>
        </p:nvSpPr>
        <p:spPr>
          <a:xfrm>
            <a:off x="-182093" y="319084"/>
            <a:ext cx="13900140" cy="81359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Calibri" panose="020F0502020204030204" pitchFamily="34" charset="0"/>
                <a:cs typeface="Times New Roman" panose="02020603050405020304" pitchFamily="18" charset="0"/>
              </a:rPr>
              <a:t>IN LOVING MEMORY &lt;deceased Name&gt;</a:t>
            </a:r>
          </a:p>
        </p:txBody>
      </p:sp>
      <p:sp>
        <p:nvSpPr>
          <p:cNvPr id="18" name="Rectangle 17">
            <a:extLst>
              <a:ext uri="{FF2B5EF4-FFF2-40B4-BE49-F238E27FC236}">
                <a16:creationId xmlns:a16="http://schemas.microsoft.com/office/drawing/2014/main" id="{D0547451-9DEE-4FCA-A466-1AF2C4FE6C16}"/>
              </a:ext>
            </a:extLst>
          </p:cNvPr>
          <p:cNvSpPr/>
          <p:nvPr/>
        </p:nvSpPr>
        <p:spPr>
          <a:xfrm>
            <a:off x="11580876" y="1138104"/>
            <a:ext cx="2137170" cy="22051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alibri" panose="020F0502020204030204" pitchFamily="34" charset="0"/>
                <a:cs typeface="Times New Roman" panose="02020603050405020304" pitchFamily="18" charset="0"/>
              </a:rPr>
              <a:t>Pic 4</a:t>
            </a:r>
          </a:p>
        </p:txBody>
      </p:sp>
      <p:sp>
        <p:nvSpPr>
          <p:cNvPr id="19" name="Rectangle 18">
            <a:extLst>
              <a:ext uri="{FF2B5EF4-FFF2-40B4-BE49-F238E27FC236}">
                <a16:creationId xmlns:a16="http://schemas.microsoft.com/office/drawing/2014/main" id="{ACAA754D-2696-41FA-90A1-0BEEBDA2317A}"/>
              </a:ext>
            </a:extLst>
          </p:cNvPr>
          <p:cNvSpPr/>
          <p:nvPr/>
        </p:nvSpPr>
        <p:spPr>
          <a:xfrm rot="5400000">
            <a:off x="11642062" y="3279542"/>
            <a:ext cx="2029676" cy="215543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Calibri" panose="020F0502020204030204" pitchFamily="34" charset="0"/>
                <a:cs typeface="Times New Roman" panose="02020603050405020304" pitchFamily="18" charset="0"/>
              </a:rPr>
              <a:t>Pic 8</a:t>
            </a:r>
          </a:p>
        </p:txBody>
      </p:sp>
      <p:sp>
        <p:nvSpPr>
          <p:cNvPr id="20" name="Rectangle 19">
            <a:extLst>
              <a:ext uri="{FF2B5EF4-FFF2-40B4-BE49-F238E27FC236}">
                <a16:creationId xmlns:a16="http://schemas.microsoft.com/office/drawing/2014/main" id="{6FCB35D2-E3F2-4F37-AC25-9525F00239CE}"/>
              </a:ext>
            </a:extLst>
          </p:cNvPr>
          <p:cNvSpPr/>
          <p:nvPr/>
        </p:nvSpPr>
        <p:spPr>
          <a:xfrm>
            <a:off x="11580876" y="5343523"/>
            <a:ext cx="2181160" cy="19240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Calibri" panose="020F0502020204030204" pitchFamily="34" charset="0"/>
                <a:cs typeface="Times New Roman" panose="02020603050405020304" pitchFamily="18" charset="0"/>
              </a:rPr>
              <a:t>Pic 12</a:t>
            </a:r>
            <a:endParaRPr lang="en-US" sz="2000"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53031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1638</TotalTime>
  <Words>153</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willie Francis</dc:creator>
  <cp:lastModifiedBy>willie Francis</cp:lastModifiedBy>
  <cp:revision>28</cp:revision>
  <cp:lastPrinted>2021-09-02T01:43:07Z</cp:lastPrinted>
  <dcterms:created xsi:type="dcterms:W3CDTF">2021-08-30T22:34:30Z</dcterms:created>
  <dcterms:modified xsi:type="dcterms:W3CDTF">2021-09-05T18:30:15Z</dcterms:modified>
</cp:coreProperties>
</file>