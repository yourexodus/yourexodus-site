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9" r:id="rId3"/>
  </p:sldIdLst>
  <p:sldSz cx="12192000" cy="68580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67" d="100"/>
          <a:sy n="67" d="100"/>
        </p:scale>
        <p:origin x="102" y="4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D7215-A17D-469C-8234-30D394B741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736D6A-CD29-44F2-B906-46B02D6976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17051A-A51B-4D77-867F-F2F972F85B1C}"/>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5" name="Footer Placeholder 4">
            <a:extLst>
              <a:ext uri="{FF2B5EF4-FFF2-40B4-BE49-F238E27FC236}">
                <a16:creationId xmlns:a16="http://schemas.microsoft.com/office/drawing/2014/main" id="{8AAA1011-A41A-4E77-8D36-572472C0F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F9B62-B6B8-4083-BFE2-8BD662BA23B4}"/>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2672938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B8B79-DEAB-4ABE-99A9-10E6D393EA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BC80EC-13EB-4719-9A67-A741DF9A06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2A8530-6D40-4570-A89F-B7B86A909C5A}"/>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5" name="Footer Placeholder 4">
            <a:extLst>
              <a:ext uri="{FF2B5EF4-FFF2-40B4-BE49-F238E27FC236}">
                <a16:creationId xmlns:a16="http://schemas.microsoft.com/office/drawing/2014/main" id="{1304A8F3-EF22-4961-8752-6BA68CEFE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3513C7-19F0-44BD-94F4-6080EDFF618C}"/>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134716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C3419-A3E3-4D23-923F-7F5FDDFBAF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207D8C-0638-4514-BBC7-2E37011186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7726F-93DE-4E8F-90BC-47C823F88BDC}"/>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5" name="Footer Placeholder 4">
            <a:extLst>
              <a:ext uri="{FF2B5EF4-FFF2-40B4-BE49-F238E27FC236}">
                <a16:creationId xmlns:a16="http://schemas.microsoft.com/office/drawing/2014/main" id="{DF5A1D45-2F2D-4E45-A5C5-101212C7E3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A10FA-0283-4B13-984A-F61CBE4EB3CE}"/>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1867279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430CC-9D17-479C-9737-59298A53FC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F9154E-E8C3-45FF-8C52-3685E8F894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0C79C4-70A1-4B8B-871D-39C58699BD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C775E6-ABC8-4AD7-A915-E039956D3AD5}"/>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6" name="Footer Placeholder 5">
            <a:extLst>
              <a:ext uri="{FF2B5EF4-FFF2-40B4-BE49-F238E27FC236}">
                <a16:creationId xmlns:a16="http://schemas.microsoft.com/office/drawing/2014/main" id="{F1ED36F8-ED0B-44D3-8577-046597401A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82EDC7-100B-42BA-9F83-C01697120D56}"/>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3416951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1B891-A2D0-4EB0-9562-3B06588A4E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C5C001-16FF-4AAC-9A71-CF389A75DA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4DEE93-F2DB-4CE9-8CB4-F60C57968B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37A66D-18AC-46A1-BE01-F19FF5717B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411509-66E3-4932-84EB-FE00EB888F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9AF303-D511-4FEA-8EDF-7983D7E68C1C}"/>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8" name="Footer Placeholder 7">
            <a:extLst>
              <a:ext uri="{FF2B5EF4-FFF2-40B4-BE49-F238E27FC236}">
                <a16:creationId xmlns:a16="http://schemas.microsoft.com/office/drawing/2014/main" id="{F79332F8-530F-4F7B-9D2D-BC6877C6EE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4FB928-A9C2-4817-BF32-E243ABB5A289}"/>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1692042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5D57-0610-405D-8965-F9202B95E2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81919-E7A1-4885-B08A-60831E2462A8}"/>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4" name="Footer Placeholder 3">
            <a:extLst>
              <a:ext uri="{FF2B5EF4-FFF2-40B4-BE49-F238E27FC236}">
                <a16:creationId xmlns:a16="http://schemas.microsoft.com/office/drawing/2014/main" id="{A9A09E99-6F41-4236-BF48-4206D03A1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07551B-184C-4192-A84A-9000E35A2D46}"/>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4290288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71C238-2C8A-4A02-A990-58667E3CFE5D}"/>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3" name="Footer Placeholder 2">
            <a:extLst>
              <a:ext uri="{FF2B5EF4-FFF2-40B4-BE49-F238E27FC236}">
                <a16:creationId xmlns:a16="http://schemas.microsoft.com/office/drawing/2014/main" id="{8C8D6FA3-7E01-4240-8C78-4DA3AFED73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D9C5D0-7B24-4625-84BD-DA1A682F3C1E}"/>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2362147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AB463-1F86-4204-818C-13CEC5A27D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6C76A2-043D-43BC-9677-9827B2A207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628C41-14E8-4CFB-9084-33C793DC46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9FDFD1-B040-45F9-BCFC-E3C499D278A9}"/>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6" name="Footer Placeholder 5">
            <a:extLst>
              <a:ext uri="{FF2B5EF4-FFF2-40B4-BE49-F238E27FC236}">
                <a16:creationId xmlns:a16="http://schemas.microsoft.com/office/drawing/2014/main" id="{C22F06D9-C1E8-423D-9C5B-DEC89ABB30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8BCD8C-6747-4190-9A09-D18ADD30963A}"/>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3528822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44B3D-1B60-44F4-91C8-5AC11BBA0D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7606C2-D435-4C1A-8A17-7ED9FDF6BB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C0E5C4-BD7E-4DFB-84A6-0CA11DFC5F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963F7E-68DB-4219-8093-34C31EA69F8B}"/>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6" name="Footer Placeholder 5">
            <a:extLst>
              <a:ext uri="{FF2B5EF4-FFF2-40B4-BE49-F238E27FC236}">
                <a16:creationId xmlns:a16="http://schemas.microsoft.com/office/drawing/2014/main" id="{3149ACD7-E25A-497C-A406-C3347EADD0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4EA6BD-3C42-4E42-9EE5-3DC0D1208A83}"/>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685388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0EE11-05DD-45D1-ABF7-F26585525B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18070A-42FC-4323-B844-EB1FDB1831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A4A73-B805-4EDF-87A7-2987D9917834}"/>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5" name="Footer Placeholder 4">
            <a:extLst>
              <a:ext uri="{FF2B5EF4-FFF2-40B4-BE49-F238E27FC236}">
                <a16:creationId xmlns:a16="http://schemas.microsoft.com/office/drawing/2014/main" id="{2E358439-B382-404A-997E-CAA196554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C795E-87DE-405B-A092-31568E5A7C30}"/>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2580749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6E067B-15E3-4256-BE23-B4F1CB7BF6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A15C9B-3DEB-48BF-9DE1-2EFD5726C3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3A8A79-BBC1-4DE9-9483-773EC988BB45}"/>
              </a:ext>
            </a:extLst>
          </p:cNvPr>
          <p:cNvSpPr>
            <a:spLocks noGrp="1"/>
          </p:cNvSpPr>
          <p:nvPr>
            <p:ph type="dt" sz="half" idx="10"/>
          </p:nvPr>
        </p:nvSpPr>
        <p:spPr/>
        <p:txBody>
          <a:bodyPr/>
          <a:lstStyle/>
          <a:p>
            <a:fld id="{2A526C32-EB8B-4E9C-BB35-B04BD9F51260}" type="datetimeFigureOut">
              <a:rPr lang="en-US" smtClean="0"/>
              <a:t>9/4/2021</a:t>
            </a:fld>
            <a:endParaRPr lang="en-US"/>
          </a:p>
        </p:txBody>
      </p:sp>
      <p:sp>
        <p:nvSpPr>
          <p:cNvPr id="5" name="Footer Placeholder 4">
            <a:extLst>
              <a:ext uri="{FF2B5EF4-FFF2-40B4-BE49-F238E27FC236}">
                <a16:creationId xmlns:a16="http://schemas.microsoft.com/office/drawing/2014/main" id="{9660BD49-36B0-4161-8D64-14F03468CC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B7F323-4B7D-4EA0-A659-83052A21B896}"/>
              </a:ext>
            </a:extLst>
          </p:cNvPr>
          <p:cNvSpPr>
            <a:spLocks noGrp="1"/>
          </p:cNvSpPr>
          <p:nvPr>
            <p:ph type="sldNum" sz="quarter" idx="12"/>
          </p:nvPr>
        </p:nvSpPr>
        <p:spPr/>
        <p:txBody>
          <a:bodyPr/>
          <a:lstStyle/>
          <a:p>
            <a:fld id="{C21B351F-F6D0-466B-85F3-AD5B43E56038}" type="slidenum">
              <a:rPr lang="en-US" smtClean="0"/>
              <a:t>‹#›</a:t>
            </a:fld>
            <a:endParaRPr lang="en-US"/>
          </a:p>
        </p:txBody>
      </p:sp>
    </p:spTree>
    <p:extLst>
      <p:ext uri="{BB962C8B-B14F-4D97-AF65-F5344CB8AC3E}">
        <p14:creationId xmlns:p14="http://schemas.microsoft.com/office/powerpoint/2010/main" val="412085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7D149-7E7E-4999-96C6-A7B9375CC1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CC468C-38A2-4B38-801F-FFCFDCF7CB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5E24C-1B4C-4A1C-9865-5EEF3CE33D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526C32-EB8B-4E9C-BB35-B04BD9F51260}" type="datetimeFigureOut">
              <a:rPr lang="en-US" smtClean="0"/>
              <a:t>9/4/2021</a:t>
            </a:fld>
            <a:endParaRPr lang="en-US"/>
          </a:p>
        </p:txBody>
      </p:sp>
      <p:sp>
        <p:nvSpPr>
          <p:cNvPr id="5" name="Footer Placeholder 4">
            <a:extLst>
              <a:ext uri="{FF2B5EF4-FFF2-40B4-BE49-F238E27FC236}">
                <a16:creationId xmlns:a16="http://schemas.microsoft.com/office/drawing/2014/main" id="{2B027CA6-6E65-46E7-9929-2146E13DC1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8FAA653-9623-4870-A67C-E858E2277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1B351F-F6D0-466B-85F3-AD5B43E56038}" type="slidenum">
              <a:rPr lang="en-US" smtClean="0"/>
              <a:t>‹#›</a:t>
            </a:fld>
            <a:endParaRPr lang="en-US"/>
          </a:p>
        </p:txBody>
      </p:sp>
    </p:spTree>
    <p:extLst>
      <p:ext uri="{BB962C8B-B14F-4D97-AF65-F5344CB8AC3E}">
        <p14:creationId xmlns:p14="http://schemas.microsoft.com/office/powerpoint/2010/main" val="388948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your-exodcus.com/" TargetMode="External"/><Relationship Id="rId5" Type="http://schemas.openxmlformats.org/officeDocument/2006/relationships/image" Target="../media/image3.png"/><Relationship Id="rId4" Type="http://schemas.openxmlformats.org/officeDocument/2006/relationships/hyperlink" Target="https://your-exodus.com/" TargetMode="Externa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hyperlink" Target="https://your-exodus.com/" TargetMode="External"/><Relationship Id="rId7" Type="http://schemas.openxmlformats.org/officeDocument/2006/relationships/image" Target="../media/image9.png"/><Relationship Id="rId2" Type="http://schemas.openxmlformats.org/officeDocument/2006/relationships/hyperlink" Target="https://your-exodus/"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19E3E3-1093-4029-9EE3-FC3C7A8BF6FA}"/>
              </a:ext>
            </a:extLst>
          </p:cNvPr>
          <p:cNvSpPr/>
          <p:nvPr/>
        </p:nvSpPr>
        <p:spPr>
          <a:xfrm>
            <a:off x="-24561" y="-248356"/>
            <a:ext cx="4210056" cy="71542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b="0" i="0" dirty="0">
              <a:solidFill>
                <a:srgbClr val="FFFFFF"/>
              </a:solidFill>
              <a:effectLst/>
              <a:latin typeface="Roboto" panose="02000000000000000000" pitchFamily="2" charset="0"/>
            </a:endParaRPr>
          </a:p>
          <a:p>
            <a:pPr algn="l"/>
            <a:endParaRPr lang="en-US" sz="1200" dirty="0">
              <a:solidFill>
                <a:srgbClr val="FFFFFF"/>
              </a:solidFill>
              <a:latin typeface="Roboto" panose="02000000000000000000" pitchFamily="2" charset="0"/>
            </a:endParaRPr>
          </a:p>
          <a:p>
            <a:pPr algn="l"/>
            <a:endParaRPr lang="en-US" sz="1200" b="0" i="0" dirty="0">
              <a:solidFill>
                <a:srgbClr val="FFFFFF"/>
              </a:solidFill>
              <a:effectLst/>
              <a:latin typeface="Roboto" panose="02000000000000000000" pitchFamily="2" charset="0"/>
            </a:endParaRPr>
          </a:p>
          <a:p>
            <a:pPr algn="l"/>
            <a:endParaRPr lang="en-US" sz="1200" dirty="0">
              <a:solidFill>
                <a:srgbClr val="FFFFFF"/>
              </a:solidFill>
              <a:latin typeface="Roboto" panose="02000000000000000000" pitchFamily="2" charset="0"/>
            </a:endParaRPr>
          </a:p>
          <a:p>
            <a:pPr algn="l"/>
            <a:endParaRPr lang="en-US" sz="1200" b="0" i="0" dirty="0">
              <a:solidFill>
                <a:srgbClr val="FFFFFF"/>
              </a:solidFill>
              <a:effectLst/>
              <a:latin typeface="Roboto" panose="02000000000000000000" pitchFamily="2" charset="0"/>
            </a:endParaRPr>
          </a:p>
          <a:p>
            <a:pPr algn="l"/>
            <a:endParaRPr lang="en-US" sz="1200" dirty="0">
              <a:solidFill>
                <a:srgbClr val="FFFFFF"/>
              </a:solidFill>
              <a:latin typeface="Roboto" panose="02000000000000000000" pitchFamily="2" charset="0"/>
            </a:endParaRPr>
          </a:p>
          <a:p>
            <a:pPr algn="l"/>
            <a:endParaRPr lang="en-US" sz="1200" b="0" i="0" dirty="0">
              <a:solidFill>
                <a:srgbClr val="FFFFFF"/>
              </a:solidFill>
              <a:effectLst/>
              <a:latin typeface="Roboto" panose="02000000000000000000" pitchFamily="2" charset="0"/>
            </a:endParaRPr>
          </a:p>
          <a:p>
            <a:pPr algn="ctr"/>
            <a:endParaRPr lang="en-US" sz="1200" dirty="0"/>
          </a:p>
        </p:txBody>
      </p:sp>
      <p:sp>
        <p:nvSpPr>
          <p:cNvPr id="5" name="Rectangle 4">
            <a:extLst>
              <a:ext uri="{FF2B5EF4-FFF2-40B4-BE49-F238E27FC236}">
                <a16:creationId xmlns:a16="http://schemas.microsoft.com/office/drawing/2014/main" id="{ADB910CB-1723-4DA8-A4C1-CAE66CB4C0CC}"/>
              </a:ext>
            </a:extLst>
          </p:cNvPr>
          <p:cNvSpPr/>
          <p:nvPr/>
        </p:nvSpPr>
        <p:spPr>
          <a:xfrm>
            <a:off x="4160268" y="-248356"/>
            <a:ext cx="4051914" cy="71542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EBE5F3E-7DA5-41AE-A647-3C57865503F5}"/>
              </a:ext>
            </a:extLst>
          </p:cNvPr>
          <p:cNvSpPr/>
          <p:nvPr/>
        </p:nvSpPr>
        <p:spPr>
          <a:xfrm>
            <a:off x="8195735" y="-248355"/>
            <a:ext cx="3994284" cy="71542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containing text, black, orange, dark&#10;&#10;Description automatically generated">
            <a:extLst>
              <a:ext uri="{FF2B5EF4-FFF2-40B4-BE49-F238E27FC236}">
                <a16:creationId xmlns:a16="http://schemas.microsoft.com/office/drawing/2014/main" id="{495701A7-5193-4E73-AAAC-1DA43BB9B8C5}"/>
              </a:ext>
            </a:extLst>
          </p:cNvPr>
          <p:cNvPicPr>
            <a:picLocks noChangeAspect="1"/>
          </p:cNvPicPr>
          <p:nvPr/>
        </p:nvPicPr>
        <p:blipFill>
          <a:blip r:embed="rId2"/>
          <a:stretch>
            <a:fillRect/>
          </a:stretch>
        </p:blipFill>
        <p:spPr>
          <a:xfrm>
            <a:off x="207654" y="-137786"/>
            <a:ext cx="3612227" cy="973164"/>
          </a:xfrm>
          <a:prstGeom prst="rect">
            <a:avLst/>
          </a:prstGeom>
        </p:spPr>
      </p:pic>
      <p:pic>
        <p:nvPicPr>
          <p:cNvPr id="11" name="Picture 10" descr="Logo&#10;&#10;Description automatically generated">
            <a:extLst>
              <a:ext uri="{FF2B5EF4-FFF2-40B4-BE49-F238E27FC236}">
                <a16:creationId xmlns:a16="http://schemas.microsoft.com/office/drawing/2014/main" id="{85DF8380-F7F4-43B8-859A-D3C5FCF6B81A}"/>
              </a:ext>
            </a:extLst>
          </p:cNvPr>
          <p:cNvPicPr>
            <a:picLocks noChangeAspect="1"/>
          </p:cNvPicPr>
          <p:nvPr/>
        </p:nvPicPr>
        <p:blipFill>
          <a:blip r:embed="rId3"/>
          <a:stretch>
            <a:fillRect/>
          </a:stretch>
        </p:blipFill>
        <p:spPr>
          <a:xfrm>
            <a:off x="938391" y="624877"/>
            <a:ext cx="1943100" cy="838200"/>
          </a:xfrm>
          <a:prstGeom prst="rect">
            <a:avLst/>
          </a:prstGeom>
        </p:spPr>
      </p:pic>
      <p:sp>
        <p:nvSpPr>
          <p:cNvPr id="21" name="Rectangle 20">
            <a:extLst>
              <a:ext uri="{FF2B5EF4-FFF2-40B4-BE49-F238E27FC236}">
                <a16:creationId xmlns:a16="http://schemas.microsoft.com/office/drawing/2014/main" id="{5710786D-8B4F-418D-ABC5-96AA08E620A9}"/>
              </a:ext>
            </a:extLst>
          </p:cNvPr>
          <p:cNvSpPr/>
          <p:nvPr/>
        </p:nvSpPr>
        <p:spPr>
          <a:xfrm>
            <a:off x="4567061" y="1124441"/>
            <a:ext cx="3186863" cy="15523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50" dirty="0">
                <a:latin typeface="Roboto" panose="02000000000000000000" pitchFamily="2" charset="0"/>
                <a:ea typeface="Roboto" panose="02000000000000000000" pitchFamily="2" charset="0"/>
              </a:rPr>
              <a:t>We Offer 5 layouts for Web Page design.  Prices range from $350-$390 per 6-month post</a:t>
            </a:r>
          </a:p>
        </p:txBody>
      </p:sp>
      <p:sp>
        <p:nvSpPr>
          <p:cNvPr id="23" name="Rectangle 22">
            <a:extLst>
              <a:ext uri="{FF2B5EF4-FFF2-40B4-BE49-F238E27FC236}">
                <a16:creationId xmlns:a16="http://schemas.microsoft.com/office/drawing/2014/main" id="{BA41177E-A782-4057-82FB-15EBDD387265}"/>
              </a:ext>
            </a:extLst>
          </p:cNvPr>
          <p:cNvSpPr/>
          <p:nvPr/>
        </p:nvSpPr>
        <p:spPr>
          <a:xfrm>
            <a:off x="4226009" y="6478273"/>
            <a:ext cx="3450438" cy="3073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999999"/>
                </a:solidFill>
                <a:effectLst/>
                <a:latin typeface="Open Sans" panose="020B0606030504020204" pitchFamily="34" charset="0"/>
              </a:rPr>
              <a:t>Copyright © 2021 </a:t>
            </a:r>
            <a:r>
              <a:rPr lang="en-US" sz="1200" b="0" i="0" u="none" strike="noStrike" dirty="0">
                <a:solidFill>
                  <a:srgbClr val="FFFFFF"/>
                </a:solidFill>
                <a:effectLst/>
                <a:latin typeface="Open Sans" panose="020B0606030504020204" pitchFamily="34" charset="0"/>
                <a:hlinkClick r:id="rId4"/>
              </a:rPr>
              <a:t>Your Exodus.com</a:t>
            </a:r>
            <a:r>
              <a:rPr lang="en-US" sz="1200" b="0" i="0" dirty="0">
                <a:solidFill>
                  <a:srgbClr val="999999"/>
                </a:solidFill>
                <a:effectLst/>
                <a:latin typeface="Open Sans" panose="020B0606030504020204" pitchFamily="34" charset="0"/>
              </a:rPr>
              <a:t> </a:t>
            </a:r>
          </a:p>
          <a:p>
            <a:pPr algn="ctr"/>
            <a:r>
              <a:rPr lang="en-US" sz="1200" b="0" i="0" dirty="0">
                <a:solidFill>
                  <a:srgbClr val="999999"/>
                </a:solidFill>
                <a:effectLst/>
                <a:latin typeface="Open Sans" panose="020B0606030504020204" pitchFamily="34" charset="0"/>
              </a:rPr>
              <a:t>All rights reserved</a:t>
            </a:r>
            <a:endParaRPr lang="en-US" sz="1200" dirty="0"/>
          </a:p>
        </p:txBody>
      </p:sp>
      <p:sp>
        <p:nvSpPr>
          <p:cNvPr id="25" name="Rectangle 24">
            <a:extLst>
              <a:ext uri="{FF2B5EF4-FFF2-40B4-BE49-F238E27FC236}">
                <a16:creationId xmlns:a16="http://schemas.microsoft.com/office/drawing/2014/main" id="{825BB1C9-E564-4412-AE79-D669BD3D2D27}"/>
              </a:ext>
            </a:extLst>
          </p:cNvPr>
          <p:cNvSpPr/>
          <p:nvPr/>
        </p:nvSpPr>
        <p:spPr>
          <a:xfrm>
            <a:off x="-2" y="6491386"/>
            <a:ext cx="3546613" cy="3073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999999"/>
                </a:solidFill>
                <a:effectLst/>
                <a:latin typeface="Open Sans" panose="020B0606030504020204" pitchFamily="34" charset="0"/>
              </a:rPr>
              <a:t>Copyright © 2021 </a:t>
            </a:r>
            <a:r>
              <a:rPr lang="en-US" sz="1200" b="0" i="0" u="none" strike="noStrike" dirty="0">
                <a:solidFill>
                  <a:srgbClr val="FFFFFF"/>
                </a:solidFill>
                <a:effectLst/>
                <a:latin typeface="Open Sans" panose="020B0606030504020204" pitchFamily="34" charset="0"/>
                <a:hlinkClick r:id="rId4"/>
              </a:rPr>
              <a:t>Your Exodus.com</a:t>
            </a:r>
            <a:r>
              <a:rPr lang="en-US" sz="1200" b="0" i="0" dirty="0">
                <a:solidFill>
                  <a:srgbClr val="999999"/>
                </a:solidFill>
                <a:effectLst/>
                <a:latin typeface="Open Sans" panose="020B0606030504020204" pitchFamily="34" charset="0"/>
              </a:rPr>
              <a:t> </a:t>
            </a:r>
          </a:p>
          <a:p>
            <a:pPr algn="ctr"/>
            <a:r>
              <a:rPr lang="en-US" sz="1200" b="0" i="0" dirty="0">
                <a:solidFill>
                  <a:srgbClr val="999999"/>
                </a:solidFill>
                <a:effectLst/>
                <a:latin typeface="Open Sans" panose="020B0606030504020204" pitchFamily="34" charset="0"/>
              </a:rPr>
              <a:t>All rights reserved</a:t>
            </a:r>
            <a:endParaRPr lang="en-US" sz="1200" dirty="0"/>
          </a:p>
        </p:txBody>
      </p:sp>
      <p:sp>
        <p:nvSpPr>
          <p:cNvPr id="26" name="Rectangle 25">
            <a:extLst>
              <a:ext uri="{FF2B5EF4-FFF2-40B4-BE49-F238E27FC236}">
                <a16:creationId xmlns:a16="http://schemas.microsoft.com/office/drawing/2014/main" id="{5A413612-744E-4003-BD71-3406DFC37D62}"/>
              </a:ext>
            </a:extLst>
          </p:cNvPr>
          <p:cNvSpPr/>
          <p:nvPr/>
        </p:nvSpPr>
        <p:spPr>
          <a:xfrm>
            <a:off x="8344497" y="6468846"/>
            <a:ext cx="3591148" cy="3073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999999"/>
                </a:solidFill>
                <a:effectLst/>
                <a:latin typeface="Open Sans" panose="020B0606030504020204" pitchFamily="34" charset="0"/>
              </a:rPr>
              <a:t>Copyright © 2021 </a:t>
            </a:r>
            <a:r>
              <a:rPr lang="en-US" sz="1200" b="0" i="0" u="none" strike="noStrike" dirty="0">
                <a:solidFill>
                  <a:srgbClr val="FFFFFF"/>
                </a:solidFill>
                <a:effectLst/>
                <a:latin typeface="Open Sans" panose="020B0606030504020204" pitchFamily="34" charset="0"/>
                <a:hlinkClick r:id="rId4"/>
              </a:rPr>
              <a:t>Your Exodus.com</a:t>
            </a:r>
            <a:r>
              <a:rPr lang="en-US" sz="1200" b="0" i="0" dirty="0">
                <a:solidFill>
                  <a:srgbClr val="999999"/>
                </a:solidFill>
                <a:effectLst/>
                <a:latin typeface="Open Sans" panose="020B0606030504020204" pitchFamily="34" charset="0"/>
              </a:rPr>
              <a:t> </a:t>
            </a:r>
          </a:p>
          <a:p>
            <a:pPr algn="ctr"/>
            <a:r>
              <a:rPr lang="en-US" sz="1200" b="0" i="0" dirty="0">
                <a:solidFill>
                  <a:srgbClr val="999999"/>
                </a:solidFill>
                <a:effectLst/>
                <a:latin typeface="Open Sans" panose="020B0606030504020204" pitchFamily="34" charset="0"/>
              </a:rPr>
              <a:t>All rights reserved</a:t>
            </a:r>
            <a:endParaRPr lang="en-US" sz="1200" dirty="0"/>
          </a:p>
        </p:txBody>
      </p:sp>
      <p:sp>
        <p:nvSpPr>
          <p:cNvPr id="28" name="Rectangle 27">
            <a:extLst>
              <a:ext uri="{FF2B5EF4-FFF2-40B4-BE49-F238E27FC236}">
                <a16:creationId xmlns:a16="http://schemas.microsoft.com/office/drawing/2014/main" id="{CEAE0433-F4DF-4B1C-A6DB-9A10E696C251}"/>
              </a:ext>
            </a:extLst>
          </p:cNvPr>
          <p:cNvSpPr/>
          <p:nvPr/>
        </p:nvSpPr>
        <p:spPr>
          <a:xfrm>
            <a:off x="4567062" y="2548263"/>
            <a:ext cx="3133944" cy="2795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Roboto" panose="02000000000000000000" pitchFamily="2" charset="0"/>
                <a:ea typeface="Roboto" panose="02000000000000000000" pitchFamily="2" charset="0"/>
              </a:rPr>
              <a:t>Our mission is to give you a quality page with a personal touch using images and sentiments. </a:t>
            </a:r>
          </a:p>
          <a:p>
            <a:pPr algn="ctr"/>
            <a:endParaRPr lang="en-US" sz="1600" dirty="0">
              <a:latin typeface="Roboto" panose="02000000000000000000" pitchFamily="2" charset="0"/>
              <a:ea typeface="Roboto" panose="02000000000000000000" pitchFamily="2" charset="0"/>
            </a:endParaRPr>
          </a:p>
          <a:p>
            <a:pPr algn="ctr"/>
            <a:r>
              <a:rPr lang="en-US" sz="1600" dirty="0">
                <a:latin typeface="Roboto" panose="02000000000000000000" pitchFamily="2" charset="0"/>
                <a:ea typeface="Roboto" panose="02000000000000000000" pitchFamily="2" charset="0"/>
              </a:rPr>
              <a:t>You choose your Design Options</a:t>
            </a:r>
          </a:p>
          <a:p>
            <a:pPr marL="285750" indent="-285750">
              <a:buFont typeface="Wingdings" panose="05000000000000000000" pitchFamily="2" charset="2"/>
              <a:buChar char="ü"/>
            </a:pPr>
            <a:r>
              <a:rPr lang="en-US" sz="1600" dirty="0">
                <a:latin typeface="Roboto" panose="02000000000000000000" pitchFamily="2" charset="0"/>
                <a:ea typeface="Roboto" panose="02000000000000000000" pitchFamily="2" charset="0"/>
              </a:rPr>
              <a:t>Password-protection</a:t>
            </a:r>
          </a:p>
          <a:p>
            <a:pPr marL="285750" indent="-285750">
              <a:buFont typeface="Wingdings" panose="05000000000000000000" pitchFamily="2" charset="2"/>
              <a:buChar char="ü"/>
            </a:pPr>
            <a:r>
              <a:rPr lang="en-US" sz="1600" dirty="0">
                <a:latin typeface="Roboto" panose="02000000000000000000" pitchFamily="2" charset="0"/>
                <a:ea typeface="Roboto" panose="02000000000000000000" pitchFamily="2" charset="0"/>
              </a:rPr>
              <a:t>Allow Comments</a:t>
            </a:r>
          </a:p>
          <a:p>
            <a:pPr algn="ctr"/>
            <a:endParaRPr lang="en-US" sz="1600" dirty="0">
              <a:latin typeface="Roboto" panose="02000000000000000000" pitchFamily="2" charset="0"/>
              <a:ea typeface="Roboto" panose="02000000000000000000" pitchFamily="2" charset="0"/>
            </a:endParaRPr>
          </a:p>
          <a:p>
            <a:pPr algn="ctr"/>
            <a:r>
              <a:rPr lang="en-US" sz="1600" dirty="0">
                <a:latin typeface="Roboto" panose="02000000000000000000" pitchFamily="2" charset="0"/>
                <a:ea typeface="Roboto" panose="02000000000000000000" pitchFamily="2" charset="0"/>
              </a:rPr>
              <a:t> Visit our website to Pick-a-layout that works best for you!  </a:t>
            </a:r>
          </a:p>
        </p:txBody>
      </p:sp>
      <p:sp>
        <p:nvSpPr>
          <p:cNvPr id="29" name="Rectangle 28">
            <a:extLst>
              <a:ext uri="{FF2B5EF4-FFF2-40B4-BE49-F238E27FC236}">
                <a16:creationId xmlns:a16="http://schemas.microsoft.com/office/drawing/2014/main" id="{8EA2BC09-919F-45F0-BB69-A2C1754C6005}"/>
              </a:ext>
            </a:extLst>
          </p:cNvPr>
          <p:cNvSpPr/>
          <p:nvPr/>
        </p:nvSpPr>
        <p:spPr>
          <a:xfrm>
            <a:off x="4728847" y="-13473"/>
            <a:ext cx="2972159" cy="13653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We offer our Condolences and our Services</a:t>
            </a:r>
          </a:p>
        </p:txBody>
      </p:sp>
      <p:sp>
        <p:nvSpPr>
          <p:cNvPr id="30" name="Rectangle 29">
            <a:extLst>
              <a:ext uri="{FF2B5EF4-FFF2-40B4-BE49-F238E27FC236}">
                <a16:creationId xmlns:a16="http://schemas.microsoft.com/office/drawing/2014/main" id="{A1A87BE9-25BD-4526-850B-2700AB58C723}"/>
              </a:ext>
            </a:extLst>
          </p:cNvPr>
          <p:cNvSpPr/>
          <p:nvPr/>
        </p:nvSpPr>
        <p:spPr>
          <a:xfrm>
            <a:off x="8715021" y="220927"/>
            <a:ext cx="2972159" cy="13653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Samples Design Templates</a:t>
            </a:r>
          </a:p>
          <a:p>
            <a:pPr algn="ctr"/>
            <a:endParaRPr lang="en-US" sz="3200" b="1" dirty="0"/>
          </a:p>
        </p:txBody>
      </p:sp>
      <p:pic>
        <p:nvPicPr>
          <p:cNvPr id="32" name="Picture 31" descr="A collage of a person&#10;&#10;Description automatically generated with low confidence">
            <a:extLst>
              <a:ext uri="{FF2B5EF4-FFF2-40B4-BE49-F238E27FC236}">
                <a16:creationId xmlns:a16="http://schemas.microsoft.com/office/drawing/2014/main" id="{04E1FE48-0A82-4974-99B9-3A5A6B1C2BB6}"/>
              </a:ext>
            </a:extLst>
          </p:cNvPr>
          <p:cNvPicPr>
            <a:picLocks noChangeAspect="1"/>
          </p:cNvPicPr>
          <p:nvPr/>
        </p:nvPicPr>
        <p:blipFill>
          <a:blip r:embed="rId5"/>
          <a:stretch>
            <a:fillRect/>
          </a:stretch>
        </p:blipFill>
        <p:spPr>
          <a:xfrm>
            <a:off x="8593747" y="2018794"/>
            <a:ext cx="3218361" cy="2598277"/>
          </a:xfrm>
          <a:prstGeom prst="rect">
            <a:avLst/>
          </a:prstGeom>
          <a:ln>
            <a:noFill/>
          </a:ln>
        </p:spPr>
      </p:pic>
      <p:sp>
        <p:nvSpPr>
          <p:cNvPr id="36" name="Rectangle 35">
            <a:extLst>
              <a:ext uri="{FF2B5EF4-FFF2-40B4-BE49-F238E27FC236}">
                <a16:creationId xmlns:a16="http://schemas.microsoft.com/office/drawing/2014/main" id="{8D3B67B2-46D8-437B-9378-42A79BF68B48}"/>
              </a:ext>
            </a:extLst>
          </p:cNvPr>
          <p:cNvSpPr/>
          <p:nvPr/>
        </p:nvSpPr>
        <p:spPr>
          <a:xfrm>
            <a:off x="8393303" y="1463077"/>
            <a:ext cx="3443083" cy="1941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Layout: Guiding light</a:t>
            </a:r>
          </a:p>
        </p:txBody>
      </p:sp>
      <p:sp>
        <p:nvSpPr>
          <p:cNvPr id="22" name="Rectangle 21">
            <a:extLst>
              <a:ext uri="{FF2B5EF4-FFF2-40B4-BE49-F238E27FC236}">
                <a16:creationId xmlns:a16="http://schemas.microsoft.com/office/drawing/2014/main" id="{54E8D604-9474-453B-94DF-DC9AFF6688CB}"/>
              </a:ext>
            </a:extLst>
          </p:cNvPr>
          <p:cNvSpPr/>
          <p:nvPr/>
        </p:nvSpPr>
        <p:spPr>
          <a:xfrm>
            <a:off x="327678" y="2043288"/>
            <a:ext cx="3492203" cy="368211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600" b="0" i="0" dirty="0">
                <a:solidFill>
                  <a:srgbClr val="FFFFFF"/>
                </a:solidFill>
                <a:effectLst/>
                <a:latin typeface="Roboto" panose="02000000000000000000" pitchFamily="2" charset="0"/>
              </a:rPr>
              <a:t>We are the Francis Family. We are not strangers to sudden tragedy.  In 2018, my husband was given a 50/50 chance of surviving open-heart surgery.  It was the scariest time we had to face as a family.  A lot of touch-and-go nights for us.  Fortunately,  we beat the odds and he pulled thru. I am so grateful because I know so many others did not.</a:t>
            </a:r>
          </a:p>
          <a:p>
            <a:pPr algn="l"/>
            <a:endParaRPr lang="en-US" sz="1600" b="0" i="0" dirty="0">
              <a:solidFill>
                <a:srgbClr val="FFFFFF"/>
              </a:solidFill>
              <a:effectLst/>
              <a:latin typeface="Roboto" panose="02000000000000000000" pitchFamily="2" charset="0"/>
            </a:endParaRPr>
          </a:p>
          <a:p>
            <a:pPr algn="l"/>
            <a:r>
              <a:rPr lang="en-US" sz="1600" b="0" i="0" dirty="0">
                <a:solidFill>
                  <a:srgbClr val="FFFFFF"/>
                </a:solidFill>
                <a:effectLst/>
                <a:latin typeface="Roboto" panose="02000000000000000000" pitchFamily="2" charset="0"/>
              </a:rPr>
              <a:t>We vowed to share our experience and help others any way we can.  If you have a loved one that has gone home to glory too soon, we can help! </a:t>
            </a:r>
            <a:endParaRPr lang="en-US" sz="1600" dirty="0">
              <a:solidFill>
                <a:srgbClr val="FFFFFF"/>
              </a:solidFill>
              <a:latin typeface="Roboto" panose="02000000000000000000" pitchFamily="2" charset="0"/>
            </a:endParaRPr>
          </a:p>
          <a:p>
            <a:pPr algn="l"/>
            <a:endParaRPr lang="en-US" sz="1600" b="0" i="0" dirty="0">
              <a:solidFill>
                <a:srgbClr val="FFFFFF"/>
              </a:solidFill>
              <a:effectLst/>
              <a:latin typeface="Roboto" panose="02000000000000000000" pitchFamily="2" charset="0"/>
            </a:endParaRPr>
          </a:p>
          <a:p>
            <a:pPr algn="l"/>
            <a:r>
              <a:rPr lang="en-US" sz="1600" b="0" i="0" dirty="0">
                <a:solidFill>
                  <a:srgbClr val="FFFFFF"/>
                </a:solidFill>
                <a:effectLst/>
                <a:latin typeface="Roboto" panose="02000000000000000000" pitchFamily="2" charset="0"/>
              </a:rPr>
              <a:t>Visit </a:t>
            </a:r>
            <a:r>
              <a:rPr lang="en-US" sz="1600" b="0" i="0" dirty="0">
                <a:solidFill>
                  <a:srgbClr val="FFFFFF"/>
                </a:solidFill>
                <a:effectLst/>
                <a:latin typeface="Roboto" panose="02000000000000000000" pitchFamily="2" charset="0"/>
                <a:hlinkClick r:id="rId6"/>
              </a:rPr>
              <a:t>https://your-exodcus.com</a:t>
            </a:r>
            <a:r>
              <a:rPr lang="en-US" sz="1600" b="0" i="0" dirty="0">
                <a:solidFill>
                  <a:srgbClr val="FFFFFF"/>
                </a:solidFill>
                <a:effectLst/>
                <a:latin typeface="Roboto" panose="02000000000000000000" pitchFamily="2" charset="0"/>
              </a:rPr>
              <a:t>  to start sharing your memories today!</a:t>
            </a:r>
          </a:p>
        </p:txBody>
      </p:sp>
      <p:sp>
        <p:nvSpPr>
          <p:cNvPr id="24" name="Rectangle 23">
            <a:extLst>
              <a:ext uri="{FF2B5EF4-FFF2-40B4-BE49-F238E27FC236}">
                <a16:creationId xmlns:a16="http://schemas.microsoft.com/office/drawing/2014/main" id="{0ACEA079-2145-4A3A-9316-A5601C895184}"/>
              </a:ext>
            </a:extLst>
          </p:cNvPr>
          <p:cNvSpPr/>
          <p:nvPr/>
        </p:nvSpPr>
        <p:spPr>
          <a:xfrm>
            <a:off x="8653992" y="4955819"/>
            <a:ext cx="2972159" cy="8292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Playfair Display"/>
              </a:rPr>
              <a:t>PAYMENT TYPES</a:t>
            </a:r>
            <a:endParaRPr lang="en-US" sz="2400" b="1" dirty="0"/>
          </a:p>
        </p:txBody>
      </p:sp>
      <p:sp>
        <p:nvSpPr>
          <p:cNvPr id="27" name="Rectangle 26">
            <a:extLst>
              <a:ext uri="{FF2B5EF4-FFF2-40B4-BE49-F238E27FC236}">
                <a16:creationId xmlns:a16="http://schemas.microsoft.com/office/drawing/2014/main" id="{26DA7453-344E-45AA-BBC6-24FFDB1ECD13}"/>
              </a:ext>
            </a:extLst>
          </p:cNvPr>
          <p:cNvSpPr/>
          <p:nvPr/>
        </p:nvSpPr>
        <p:spPr>
          <a:xfrm>
            <a:off x="8496300" y="5528821"/>
            <a:ext cx="3443083" cy="6107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0" i="0" dirty="0">
                <a:solidFill>
                  <a:schemeClr val="bg1"/>
                </a:solidFill>
                <a:effectLst/>
                <a:latin typeface="Roboto" panose="02000000000000000000" pitchFamily="2" charset="0"/>
              </a:rPr>
              <a:t>Currently </a:t>
            </a:r>
            <a:r>
              <a:rPr lang="en-US" sz="1600" dirty="0">
                <a:solidFill>
                  <a:schemeClr val="bg1"/>
                </a:solidFill>
                <a:latin typeface="Roboto" panose="02000000000000000000" pitchFamily="2" charset="0"/>
              </a:rPr>
              <a:t>Accepting </a:t>
            </a:r>
            <a:r>
              <a:rPr lang="en-US" sz="1600" b="0" i="0" dirty="0">
                <a:solidFill>
                  <a:schemeClr val="bg1"/>
                </a:solidFill>
                <a:effectLst/>
                <a:latin typeface="Roboto" panose="02000000000000000000" pitchFamily="2" charset="0"/>
              </a:rPr>
              <a:t>PayPal Only</a:t>
            </a:r>
            <a:endParaRPr lang="en-US" sz="1600" b="1" dirty="0">
              <a:solidFill>
                <a:schemeClr val="bg1"/>
              </a:solidFill>
            </a:endParaRPr>
          </a:p>
        </p:txBody>
      </p:sp>
      <p:pic>
        <p:nvPicPr>
          <p:cNvPr id="35" name="Picture 34" descr="A picture containing gallery, picture frame, screenshot&#10;&#10;Description automatically generated">
            <a:extLst>
              <a:ext uri="{FF2B5EF4-FFF2-40B4-BE49-F238E27FC236}">
                <a16:creationId xmlns:a16="http://schemas.microsoft.com/office/drawing/2014/main" id="{F322E8BA-0D5C-4096-AE12-4808C3B8283F}"/>
              </a:ext>
            </a:extLst>
          </p:cNvPr>
          <p:cNvPicPr>
            <a:picLocks noChangeAspect="1"/>
          </p:cNvPicPr>
          <p:nvPr/>
        </p:nvPicPr>
        <p:blipFill>
          <a:blip r:embed="rId7"/>
          <a:stretch>
            <a:fillRect/>
          </a:stretch>
        </p:blipFill>
        <p:spPr>
          <a:xfrm>
            <a:off x="5227774" y="5482958"/>
            <a:ext cx="1600605" cy="421292"/>
          </a:xfrm>
          <a:prstGeom prst="rect">
            <a:avLst/>
          </a:prstGeom>
        </p:spPr>
      </p:pic>
      <p:pic>
        <p:nvPicPr>
          <p:cNvPr id="37" name="Picture 36" descr="A picture containing icon&#10;&#10;Description automatically generated">
            <a:extLst>
              <a:ext uri="{FF2B5EF4-FFF2-40B4-BE49-F238E27FC236}">
                <a16:creationId xmlns:a16="http://schemas.microsoft.com/office/drawing/2014/main" id="{67F1DF56-3B78-455B-BB77-047941C36A9A}"/>
              </a:ext>
            </a:extLst>
          </p:cNvPr>
          <p:cNvPicPr>
            <a:picLocks noChangeAspect="1"/>
          </p:cNvPicPr>
          <p:nvPr/>
        </p:nvPicPr>
        <p:blipFill>
          <a:blip r:embed="rId8"/>
          <a:stretch>
            <a:fillRect/>
          </a:stretch>
        </p:blipFill>
        <p:spPr>
          <a:xfrm>
            <a:off x="5605067" y="5884872"/>
            <a:ext cx="414274" cy="388570"/>
          </a:xfrm>
          <a:prstGeom prst="rect">
            <a:avLst/>
          </a:prstGeom>
        </p:spPr>
      </p:pic>
      <p:pic>
        <p:nvPicPr>
          <p:cNvPr id="38" name="Picture 37" descr="A picture containing box and whisker chart&#10;&#10;Description automatically generated">
            <a:extLst>
              <a:ext uri="{FF2B5EF4-FFF2-40B4-BE49-F238E27FC236}">
                <a16:creationId xmlns:a16="http://schemas.microsoft.com/office/drawing/2014/main" id="{FB772ED1-4E42-42F1-B6BE-21B6D341D9B3}"/>
              </a:ext>
            </a:extLst>
          </p:cNvPr>
          <p:cNvPicPr>
            <a:picLocks noChangeAspect="1"/>
          </p:cNvPicPr>
          <p:nvPr/>
        </p:nvPicPr>
        <p:blipFill>
          <a:blip r:embed="rId9"/>
          <a:stretch>
            <a:fillRect/>
          </a:stretch>
        </p:blipFill>
        <p:spPr>
          <a:xfrm>
            <a:off x="6018676" y="5889580"/>
            <a:ext cx="404859" cy="384480"/>
          </a:xfrm>
          <a:prstGeom prst="rect">
            <a:avLst/>
          </a:prstGeom>
        </p:spPr>
      </p:pic>
    </p:spTree>
    <p:extLst>
      <p:ext uri="{BB962C8B-B14F-4D97-AF65-F5344CB8AC3E}">
        <p14:creationId xmlns:p14="http://schemas.microsoft.com/office/powerpoint/2010/main" val="2247658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19E3E3-1093-4029-9EE3-FC3C7A8BF6FA}"/>
              </a:ext>
            </a:extLst>
          </p:cNvPr>
          <p:cNvSpPr/>
          <p:nvPr/>
        </p:nvSpPr>
        <p:spPr>
          <a:xfrm>
            <a:off x="14941" y="-378107"/>
            <a:ext cx="3994590" cy="72463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b="0" i="0" dirty="0">
              <a:solidFill>
                <a:srgbClr val="FFFFFF"/>
              </a:solidFill>
              <a:effectLst/>
              <a:latin typeface="Roboto" panose="02000000000000000000" pitchFamily="2" charset="0"/>
            </a:endParaRPr>
          </a:p>
          <a:p>
            <a:pPr algn="l"/>
            <a:endParaRPr lang="en-US" sz="1200" dirty="0">
              <a:solidFill>
                <a:srgbClr val="FFFFFF"/>
              </a:solidFill>
              <a:latin typeface="Roboto" panose="02000000000000000000" pitchFamily="2" charset="0"/>
            </a:endParaRPr>
          </a:p>
        </p:txBody>
      </p:sp>
      <p:sp>
        <p:nvSpPr>
          <p:cNvPr id="5" name="Rectangle 4">
            <a:extLst>
              <a:ext uri="{FF2B5EF4-FFF2-40B4-BE49-F238E27FC236}">
                <a16:creationId xmlns:a16="http://schemas.microsoft.com/office/drawing/2014/main" id="{ADB910CB-1723-4DA8-A4C1-CAE66CB4C0CC}"/>
              </a:ext>
            </a:extLst>
          </p:cNvPr>
          <p:cNvSpPr/>
          <p:nvPr/>
        </p:nvSpPr>
        <p:spPr>
          <a:xfrm>
            <a:off x="3983988" y="-388306"/>
            <a:ext cx="4142155" cy="72463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EBE5F3E-7DA5-41AE-A647-3C57865503F5}"/>
              </a:ext>
            </a:extLst>
          </p:cNvPr>
          <p:cNvSpPr/>
          <p:nvPr/>
        </p:nvSpPr>
        <p:spPr>
          <a:xfrm>
            <a:off x="8118941" y="-388308"/>
            <a:ext cx="4547761" cy="72463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710786D-8B4F-418D-ABC5-96AA08E620A9}"/>
              </a:ext>
            </a:extLst>
          </p:cNvPr>
          <p:cNvSpPr/>
          <p:nvPr/>
        </p:nvSpPr>
        <p:spPr>
          <a:xfrm>
            <a:off x="4567061" y="1422473"/>
            <a:ext cx="3109385" cy="15523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Please visit us at</a:t>
            </a:r>
          </a:p>
          <a:p>
            <a:pPr algn="ctr"/>
            <a:endParaRPr lang="en-US" dirty="0"/>
          </a:p>
          <a:p>
            <a:pPr algn="ctr"/>
            <a:r>
              <a:rPr lang="en-US" dirty="0"/>
              <a:t> </a:t>
            </a:r>
            <a:r>
              <a:rPr lang="en-US" dirty="0">
                <a:hlinkClick r:id="rId2"/>
              </a:rPr>
              <a:t>https://Your-Exodus</a:t>
            </a:r>
            <a:r>
              <a:rPr lang="en-US" dirty="0"/>
              <a:t>.com</a:t>
            </a:r>
          </a:p>
        </p:txBody>
      </p:sp>
      <p:sp>
        <p:nvSpPr>
          <p:cNvPr id="23" name="Rectangle 22">
            <a:extLst>
              <a:ext uri="{FF2B5EF4-FFF2-40B4-BE49-F238E27FC236}">
                <a16:creationId xmlns:a16="http://schemas.microsoft.com/office/drawing/2014/main" id="{BA41177E-A782-4057-82FB-15EBDD387265}"/>
              </a:ext>
            </a:extLst>
          </p:cNvPr>
          <p:cNvSpPr/>
          <p:nvPr/>
        </p:nvSpPr>
        <p:spPr>
          <a:xfrm>
            <a:off x="4301067" y="6478273"/>
            <a:ext cx="3375379" cy="3073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999999"/>
                </a:solidFill>
                <a:effectLst/>
                <a:latin typeface="Open Sans" panose="020B0606030504020204" pitchFamily="34" charset="0"/>
              </a:rPr>
              <a:t>Copyright © 2021 </a:t>
            </a:r>
            <a:r>
              <a:rPr lang="en-US" sz="1200" b="0" i="0" u="none" strike="noStrike" dirty="0">
                <a:solidFill>
                  <a:srgbClr val="FFFFFF"/>
                </a:solidFill>
                <a:effectLst/>
                <a:latin typeface="Open Sans" panose="020B0606030504020204" pitchFamily="34" charset="0"/>
                <a:hlinkClick r:id="rId3"/>
              </a:rPr>
              <a:t>Your Exodus.com</a:t>
            </a:r>
            <a:r>
              <a:rPr lang="en-US" sz="1200" b="0" i="0" dirty="0">
                <a:solidFill>
                  <a:srgbClr val="999999"/>
                </a:solidFill>
                <a:effectLst/>
                <a:latin typeface="Open Sans" panose="020B0606030504020204" pitchFamily="34" charset="0"/>
              </a:rPr>
              <a:t> . </a:t>
            </a:r>
          </a:p>
          <a:p>
            <a:pPr algn="ctr"/>
            <a:r>
              <a:rPr lang="en-US" sz="1200" b="0" i="0" dirty="0">
                <a:solidFill>
                  <a:srgbClr val="999999"/>
                </a:solidFill>
                <a:effectLst/>
                <a:latin typeface="Open Sans" panose="020B0606030504020204" pitchFamily="34" charset="0"/>
              </a:rPr>
              <a:t>All rights reserved</a:t>
            </a:r>
            <a:endParaRPr lang="en-US" sz="1200" dirty="0"/>
          </a:p>
        </p:txBody>
      </p:sp>
      <p:sp>
        <p:nvSpPr>
          <p:cNvPr id="25" name="Rectangle 24">
            <a:extLst>
              <a:ext uri="{FF2B5EF4-FFF2-40B4-BE49-F238E27FC236}">
                <a16:creationId xmlns:a16="http://schemas.microsoft.com/office/drawing/2014/main" id="{825BB1C9-E564-4412-AE79-D669BD3D2D27}"/>
              </a:ext>
            </a:extLst>
          </p:cNvPr>
          <p:cNvSpPr/>
          <p:nvPr/>
        </p:nvSpPr>
        <p:spPr>
          <a:xfrm>
            <a:off x="225778" y="6491386"/>
            <a:ext cx="3320833" cy="3073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999999"/>
                </a:solidFill>
                <a:effectLst/>
                <a:latin typeface="Open Sans" panose="020B0606030504020204" pitchFamily="34" charset="0"/>
              </a:rPr>
              <a:t>Copyright © 2021 </a:t>
            </a:r>
            <a:r>
              <a:rPr lang="en-US" sz="1200" b="0" i="0" u="none" strike="noStrike" dirty="0">
                <a:solidFill>
                  <a:srgbClr val="FFFFFF"/>
                </a:solidFill>
                <a:effectLst/>
                <a:latin typeface="Open Sans" panose="020B0606030504020204" pitchFamily="34" charset="0"/>
                <a:hlinkClick r:id="rId3"/>
              </a:rPr>
              <a:t>Your Exodus.com</a:t>
            </a:r>
            <a:r>
              <a:rPr lang="en-US" sz="1200" b="0" i="0" dirty="0">
                <a:solidFill>
                  <a:srgbClr val="999999"/>
                </a:solidFill>
                <a:effectLst/>
                <a:latin typeface="Open Sans" panose="020B0606030504020204" pitchFamily="34" charset="0"/>
              </a:rPr>
              <a:t> </a:t>
            </a:r>
          </a:p>
          <a:p>
            <a:pPr algn="ctr"/>
            <a:r>
              <a:rPr lang="en-US" sz="1200" b="0" i="0" dirty="0">
                <a:solidFill>
                  <a:srgbClr val="999999"/>
                </a:solidFill>
                <a:effectLst/>
                <a:latin typeface="Open Sans" panose="020B0606030504020204" pitchFamily="34" charset="0"/>
              </a:rPr>
              <a:t>All rights reserved</a:t>
            </a:r>
            <a:endParaRPr lang="en-US" sz="1200" dirty="0"/>
          </a:p>
        </p:txBody>
      </p:sp>
      <p:sp>
        <p:nvSpPr>
          <p:cNvPr id="28" name="Rectangle 27">
            <a:extLst>
              <a:ext uri="{FF2B5EF4-FFF2-40B4-BE49-F238E27FC236}">
                <a16:creationId xmlns:a16="http://schemas.microsoft.com/office/drawing/2014/main" id="{CEAE0433-F4DF-4B1C-A6DB-9A10E696C251}"/>
              </a:ext>
            </a:extLst>
          </p:cNvPr>
          <p:cNvSpPr/>
          <p:nvPr/>
        </p:nvSpPr>
        <p:spPr>
          <a:xfrm>
            <a:off x="4609920" y="2548264"/>
            <a:ext cx="2972159" cy="15523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sz="1500" dirty="0">
                <a:latin typeface="Roboto" panose="02000000000000000000" pitchFamily="2" charset="0"/>
                <a:ea typeface="Roboto" panose="02000000000000000000" pitchFamily="2" charset="0"/>
              </a:rPr>
              <a:t>We look forward to your Feedback, Questions, Comments, and Suggestions</a:t>
            </a:r>
            <a:r>
              <a:rPr lang="en-US" sz="1500" dirty="0"/>
              <a:t>.   </a:t>
            </a:r>
          </a:p>
        </p:txBody>
      </p:sp>
      <p:sp>
        <p:nvSpPr>
          <p:cNvPr id="29" name="Rectangle 28">
            <a:extLst>
              <a:ext uri="{FF2B5EF4-FFF2-40B4-BE49-F238E27FC236}">
                <a16:creationId xmlns:a16="http://schemas.microsoft.com/office/drawing/2014/main" id="{8EA2BC09-919F-45F0-BB69-A2C1754C6005}"/>
              </a:ext>
            </a:extLst>
          </p:cNvPr>
          <p:cNvSpPr/>
          <p:nvPr/>
        </p:nvSpPr>
        <p:spPr>
          <a:xfrm>
            <a:off x="4621285" y="1145012"/>
            <a:ext cx="2972159" cy="5621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Contact US</a:t>
            </a:r>
          </a:p>
        </p:txBody>
      </p:sp>
      <p:pic>
        <p:nvPicPr>
          <p:cNvPr id="3" name="Picture 2" descr="Logo&#10;&#10;Description automatically generated">
            <a:extLst>
              <a:ext uri="{FF2B5EF4-FFF2-40B4-BE49-F238E27FC236}">
                <a16:creationId xmlns:a16="http://schemas.microsoft.com/office/drawing/2014/main" id="{945E8AAE-43EB-4DFB-9FA5-F9CD68F0699B}"/>
              </a:ext>
            </a:extLst>
          </p:cNvPr>
          <p:cNvPicPr>
            <a:picLocks noChangeAspect="1"/>
          </p:cNvPicPr>
          <p:nvPr/>
        </p:nvPicPr>
        <p:blipFill>
          <a:blip r:embed="rId4"/>
          <a:stretch>
            <a:fillRect/>
          </a:stretch>
        </p:blipFill>
        <p:spPr>
          <a:xfrm>
            <a:off x="131810" y="-137786"/>
            <a:ext cx="3715249" cy="663880"/>
          </a:xfrm>
          <a:prstGeom prst="rect">
            <a:avLst/>
          </a:prstGeom>
        </p:spPr>
      </p:pic>
      <p:sp>
        <p:nvSpPr>
          <p:cNvPr id="7" name="Rectangle 6">
            <a:extLst>
              <a:ext uri="{FF2B5EF4-FFF2-40B4-BE49-F238E27FC236}">
                <a16:creationId xmlns:a16="http://schemas.microsoft.com/office/drawing/2014/main" id="{28606122-679E-4912-BF26-43DDEEB3D7E4}"/>
              </a:ext>
            </a:extLst>
          </p:cNvPr>
          <p:cNvSpPr/>
          <p:nvPr/>
        </p:nvSpPr>
        <p:spPr>
          <a:xfrm>
            <a:off x="5005863" y="4057047"/>
            <a:ext cx="2283229" cy="189143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47FE647-89B0-49E8-96CA-A74BB94037CC}"/>
              </a:ext>
            </a:extLst>
          </p:cNvPr>
          <p:cNvSpPr/>
          <p:nvPr/>
        </p:nvSpPr>
        <p:spPr>
          <a:xfrm>
            <a:off x="10554583" y="3671973"/>
            <a:ext cx="1637417" cy="28134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b="0" i="0" dirty="0">
              <a:solidFill>
                <a:srgbClr val="FFFFFF"/>
              </a:solidFill>
              <a:effectLst/>
              <a:latin typeface="Roboto" panose="02000000000000000000" pitchFamily="2" charset="0"/>
            </a:endParaRPr>
          </a:p>
          <a:p>
            <a:pPr algn="l"/>
            <a:r>
              <a:rPr lang="en-US" sz="1500" b="0" i="0" dirty="0">
                <a:solidFill>
                  <a:srgbClr val="FFFFFF"/>
                </a:solidFill>
                <a:effectLst/>
                <a:latin typeface="Roboto" panose="02000000000000000000" pitchFamily="2" charset="0"/>
              </a:rPr>
              <a:t> </a:t>
            </a:r>
          </a:p>
          <a:p>
            <a:pPr algn="l"/>
            <a:endParaRPr lang="en-US" sz="1500" dirty="0">
              <a:solidFill>
                <a:srgbClr val="FFFFFF"/>
              </a:solidFill>
              <a:latin typeface="Roboto" panose="02000000000000000000" pitchFamily="2" charset="0"/>
            </a:endParaRPr>
          </a:p>
          <a:p>
            <a:pPr algn="l"/>
            <a:r>
              <a:rPr lang="en-US" sz="1500" b="0" i="0" dirty="0">
                <a:solidFill>
                  <a:srgbClr val="FFFFFF"/>
                </a:solidFill>
                <a:effectLst/>
                <a:latin typeface="Roboto" panose="02000000000000000000" pitchFamily="2" charset="0"/>
              </a:rPr>
              <a:t>If you have a loved one that has gone home to glory too soon, we can help!  Visit </a:t>
            </a:r>
            <a:r>
              <a:rPr lang="en-US" sz="1500" dirty="0">
                <a:solidFill>
                  <a:srgbClr val="FFFFFF"/>
                </a:solidFill>
                <a:latin typeface="Roboto" panose="02000000000000000000" pitchFamily="2" charset="0"/>
              </a:rPr>
              <a:t>our</a:t>
            </a:r>
            <a:r>
              <a:rPr lang="en-US" sz="1500" b="0" i="0" dirty="0">
                <a:solidFill>
                  <a:srgbClr val="FFFFFF"/>
                </a:solidFill>
                <a:effectLst/>
                <a:latin typeface="Roboto" panose="02000000000000000000" pitchFamily="2" charset="0"/>
              </a:rPr>
              <a:t> site to </a:t>
            </a:r>
            <a:r>
              <a:rPr lang="en-US" sz="1500" dirty="0">
                <a:solidFill>
                  <a:srgbClr val="FFFFFF"/>
                </a:solidFill>
                <a:latin typeface="Roboto" panose="02000000000000000000" pitchFamily="2" charset="0"/>
              </a:rPr>
              <a:t>begin</a:t>
            </a:r>
            <a:r>
              <a:rPr lang="en-US" sz="1500" b="0" i="0" dirty="0">
                <a:solidFill>
                  <a:srgbClr val="FFFFFF"/>
                </a:solidFill>
                <a:effectLst/>
                <a:latin typeface="Roboto" panose="02000000000000000000" pitchFamily="2" charset="0"/>
              </a:rPr>
              <a:t> sharing your memories today</a:t>
            </a:r>
          </a:p>
          <a:p>
            <a:pPr algn="ctr"/>
            <a:endParaRPr lang="en-US" sz="1200" dirty="0"/>
          </a:p>
        </p:txBody>
      </p:sp>
      <p:pic>
        <p:nvPicPr>
          <p:cNvPr id="18" name="Picture 17" descr="A picture containing text, black, orange, dark&#10;&#10;Description automatically generated">
            <a:extLst>
              <a:ext uri="{FF2B5EF4-FFF2-40B4-BE49-F238E27FC236}">
                <a16:creationId xmlns:a16="http://schemas.microsoft.com/office/drawing/2014/main" id="{0BFEB29C-C911-4693-831F-AABE95845167}"/>
              </a:ext>
            </a:extLst>
          </p:cNvPr>
          <p:cNvPicPr>
            <a:picLocks noChangeAspect="1"/>
          </p:cNvPicPr>
          <p:nvPr/>
        </p:nvPicPr>
        <p:blipFill>
          <a:blip r:embed="rId6"/>
          <a:stretch>
            <a:fillRect/>
          </a:stretch>
        </p:blipFill>
        <p:spPr>
          <a:xfrm>
            <a:off x="8179793" y="-137786"/>
            <a:ext cx="3701624" cy="843073"/>
          </a:xfrm>
          <a:prstGeom prst="rect">
            <a:avLst/>
          </a:prstGeom>
        </p:spPr>
      </p:pic>
      <p:sp>
        <p:nvSpPr>
          <p:cNvPr id="19" name="Rectangle 18">
            <a:extLst>
              <a:ext uri="{FF2B5EF4-FFF2-40B4-BE49-F238E27FC236}">
                <a16:creationId xmlns:a16="http://schemas.microsoft.com/office/drawing/2014/main" id="{4C40C7FA-B577-488D-BD2C-8B0902B1B4E6}"/>
              </a:ext>
            </a:extLst>
          </p:cNvPr>
          <p:cNvSpPr/>
          <p:nvPr/>
        </p:nvSpPr>
        <p:spPr>
          <a:xfrm>
            <a:off x="8002583" y="6485457"/>
            <a:ext cx="4254630" cy="300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999999"/>
                </a:solidFill>
                <a:effectLst/>
                <a:latin typeface="Open Sans" panose="020B0606030504020204" pitchFamily="34" charset="0"/>
              </a:rPr>
              <a:t>Copyright © 2021 </a:t>
            </a:r>
            <a:r>
              <a:rPr lang="en-US" sz="1200" b="0" i="0" u="none" strike="noStrike" dirty="0">
                <a:solidFill>
                  <a:srgbClr val="FFFFFF"/>
                </a:solidFill>
                <a:effectLst/>
                <a:latin typeface="Open Sans" panose="020B0606030504020204" pitchFamily="34" charset="0"/>
                <a:hlinkClick r:id="rId3"/>
              </a:rPr>
              <a:t>Your Exodus.com</a:t>
            </a:r>
            <a:r>
              <a:rPr lang="en-US" sz="1200" b="0" i="0" dirty="0">
                <a:solidFill>
                  <a:srgbClr val="999999"/>
                </a:solidFill>
                <a:effectLst/>
                <a:latin typeface="Open Sans" panose="020B0606030504020204" pitchFamily="34" charset="0"/>
              </a:rPr>
              <a:t> . </a:t>
            </a:r>
          </a:p>
          <a:p>
            <a:pPr algn="ctr"/>
            <a:r>
              <a:rPr lang="en-US" sz="1200" b="0" i="0" dirty="0">
                <a:solidFill>
                  <a:srgbClr val="999999"/>
                </a:solidFill>
                <a:effectLst/>
                <a:latin typeface="Open Sans" panose="020B0606030504020204" pitchFamily="34" charset="0"/>
              </a:rPr>
              <a:t>All rights reserved</a:t>
            </a:r>
            <a:endParaRPr lang="en-US" sz="1200" dirty="0"/>
          </a:p>
        </p:txBody>
      </p:sp>
      <p:pic>
        <p:nvPicPr>
          <p:cNvPr id="20" name="Picture 19">
            <a:extLst>
              <a:ext uri="{FF2B5EF4-FFF2-40B4-BE49-F238E27FC236}">
                <a16:creationId xmlns:a16="http://schemas.microsoft.com/office/drawing/2014/main" id="{41FB4ECF-2E1B-448B-8023-80F9BEB3D3F3}"/>
              </a:ext>
            </a:extLst>
          </p:cNvPr>
          <p:cNvPicPr>
            <a:picLocks noChangeAspect="1"/>
          </p:cNvPicPr>
          <p:nvPr/>
        </p:nvPicPr>
        <p:blipFill>
          <a:blip r:embed="rId7"/>
          <a:stretch>
            <a:fillRect/>
          </a:stretch>
        </p:blipFill>
        <p:spPr>
          <a:xfrm>
            <a:off x="10479267" y="869569"/>
            <a:ext cx="1402150" cy="3187478"/>
          </a:xfrm>
          <a:prstGeom prst="rect">
            <a:avLst/>
          </a:prstGeom>
        </p:spPr>
      </p:pic>
      <p:sp>
        <p:nvSpPr>
          <p:cNvPr id="22" name="Rectangle 21">
            <a:extLst>
              <a:ext uri="{FF2B5EF4-FFF2-40B4-BE49-F238E27FC236}">
                <a16:creationId xmlns:a16="http://schemas.microsoft.com/office/drawing/2014/main" id="{59F1C16C-F4C2-4BBC-82BB-EF767D3815A6}"/>
              </a:ext>
            </a:extLst>
          </p:cNvPr>
          <p:cNvSpPr/>
          <p:nvPr/>
        </p:nvSpPr>
        <p:spPr>
          <a:xfrm>
            <a:off x="8118941" y="748150"/>
            <a:ext cx="2360326" cy="57373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600" b="0" i="0" dirty="0">
                <a:solidFill>
                  <a:srgbClr val="FFFFFF"/>
                </a:solidFill>
                <a:effectLst/>
                <a:latin typeface="Roboto" panose="02000000000000000000" pitchFamily="2" charset="0"/>
              </a:rPr>
              <a:t>Who we are</a:t>
            </a:r>
          </a:p>
          <a:p>
            <a:pPr algn="l"/>
            <a:endParaRPr lang="en-US" sz="1400" b="0" i="0" dirty="0">
              <a:solidFill>
                <a:srgbClr val="FFFFFF"/>
              </a:solidFill>
              <a:effectLst/>
              <a:latin typeface="Roboto" panose="02000000000000000000" pitchFamily="2" charset="0"/>
            </a:endParaRPr>
          </a:p>
          <a:p>
            <a:pPr algn="l"/>
            <a:r>
              <a:rPr lang="en-US" sz="1500" b="0" i="0" dirty="0">
                <a:solidFill>
                  <a:schemeClr val="bg1"/>
                </a:solidFill>
                <a:effectLst/>
                <a:latin typeface="Roboto" panose="02000000000000000000" pitchFamily="2" charset="0"/>
              </a:rPr>
              <a:t>Your-Exodus is here to give you a high-quality platform to celebrate the life of your loved ones and share it. </a:t>
            </a:r>
          </a:p>
          <a:p>
            <a:pPr algn="l"/>
            <a:endParaRPr lang="en-US" sz="1500" dirty="0">
              <a:solidFill>
                <a:schemeClr val="bg1"/>
              </a:solidFill>
              <a:latin typeface="Roboto" panose="02000000000000000000" pitchFamily="2" charset="0"/>
            </a:endParaRPr>
          </a:p>
          <a:p>
            <a:pPr algn="l"/>
            <a:r>
              <a:rPr lang="en-US" sz="1500" b="0" i="0" dirty="0">
                <a:solidFill>
                  <a:schemeClr val="bg1"/>
                </a:solidFill>
                <a:effectLst/>
                <a:latin typeface="Roboto" panose="02000000000000000000" pitchFamily="2" charset="0"/>
              </a:rPr>
              <a:t>Our goal is to give you a personal touch </a:t>
            </a:r>
            <a:r>
              <a:rPr lang="en-US" sz="1500" dirty="0">
                <a:solidFill>
                  <a:schemeClr val="bg1"/>
                </a:solidFill>
                <a:latin typeface="Roboto" panose="02000000000000000000" pitchFamily="2" charset="0"/>
              </a:rPr>
              <a:t>using </a:t>
            </a:r>
            <a:r>
              <a:rPr lang="en-US" sz="1500" b="0" i="0" dirty="0">
                <a:solidFill>
                  <a:schemeClr val="bg1"/>
                </a:solidFill>
                <a:effectLst/>
                <a:latin typeface="Roboto" panose="02000000000000000000" pitchFamily="2" charset="0"/>
              </a:rPr>
              <a:t>pictures and sentiments. You can select a design that includes a range of flowers to complete your final touch. </a:t>
            </a:r>
          </a:p>
          <a:p>
            <a:pPr algn="l"/>
            <a:endParaRPr lang="en-US" sz="1500" b="0" i="0" dirty="0">
              <a:solidFill>
                <a:schemeClr val="bg1"/>
              </a:solidFill>
              <a:effectLst/>
              <a:latin typeface="Roboto" panose="02000000000000000000" pitchFamily="2" charset="0"/>
            </a:endParaRPr>
          </a:p>
          <a:p>
            <a:pPr algn="l"/>
            <a:r>
              <a:rPr lang="en-US" sz="1500" b="0" i="0" dirty="0">
                <a:solidFill>
                  <a:schemeClr val="bg1"/>
                </a:solidFill>
                <a:effectLst/>
                <a:latin typeface="Roboto" panose="02000000000000000000" pitchFamily="2" charset="0"/>
              </a:rPr>
              <a:t>Taking time to mourn the loss of your loved ones’ is apart of healing.  It is okay to hold on to fond memories and share them with surviving friends and family.</a:t>
            </a:r>
            <a:endParaRPr lang="en-US" sz="1500" dirty="0">
              <a:solidFill>
                <a:schemeClr val="bg1"/>
              </a:solidFill>
            </a:endParaRPr>
          </a:p>
        </p:txBody>
      </p:sp>
      <p:sp>
        <p:nvSpPr>
          <p:cNvPr id="24" name="Rectangle 23">
            <a:extLst>
              <a:ext uri="{FF2B5EF4-FFF2-40B4-BE49-F238E27FC236}">
                <a16:creationId xmlns:a16="http://schemas.microsoft.com/office/drawing/2014/main" id="{71568181-FC3D-40A6-BC9F-511A51CA9262}"/>
              </a:ext>
            </a:extLst>
          </p:cNvPr>
          <p:cNvSpPr/>
          <p:nvPr/>
        </p:nvSpPr>
        <p:spPr>
          <a:xfrm>
            <a:off x="450061" y="913164"/>
            <a:ext cx="3223343" cy="50512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dirty="0">
                <a:latin typeface="Roboto" panose="02000000000000000000" pitchFamily="2" charset="0"/>
                <a:ea typeface="Roboto" panose="02000000000000000000" pitchFamily="2" charset="0"/>
              </a:rPr>
              <a:t>Thank you for choosing Your-Exodus.  Our goal is to provide a quality web page for our customers to commemorate their loved ones that have passed on.  We do require a state ID to verify the identity of the requestor.  Upon payment, we allow up to 2 weeks for forms submissions.  After the set deadline, we are allowed up to 2 weeks to develop the page and submit the link back to the customer.  </a:t>
            </a:r>
          </a:p>
          <a:p>
            <a:endParaRPr lang="en-US" sz="1500" dirty="0">
              <a:latin typeface="Roboto" panose="02000000000000000000" pitchFamily="2" charset="0"/>
              <a:ea typeface="Roboto" panose="02000000000000000000" pitchFamily="2" charset="0"/>
            </a:endParaRPr>
          </a:p>
          <a:p>
            <a:r>
              <a:rPr lang="en-US" sz="1500" dirty="0">
                <a:latin typeface="Roboto" panose="02000000000000000000" pitchFamily="2" charset="0"/>
                <a:ea typeface="Roboto" panose="02000000000000000000" pitchFamily="2" charset="0"/>
              </a:rPr>
              <a:t>If the customers is not satisfied, our policy allows 1-additional week for the customer to contact us about any corrections that need to be made.  We do not edit content given to us by our customers including images and text.  We only do placements and posts using  in the layouts purchased by the customer</a:t>
            </a:r>
          </a:p>
          <a:p>
            <a:endParaRPr lang="en-US" sz="1500" dirty="0"/>
          </a:p>
          <a:p>
            <a:r>
              <a:rPr lang="en-US" sz="1500" dirty="0"/>
              <a:t>All payments are non-refundable</a:t>
            </a:r>
          </a:p>
        </p:txBody>
      </p:sp>
      <p:pic>
        <p:nvPicPr>
          <p:cNvPr id="32" name="Picture 31" descr="A picture containing text, black, orange, dark&#10;&#10;Description automatically generated">
            <a:extLst>
              <a:ext uri="{FF2B5EF4-FFF2-40B4-BE49-F238E27FC236}">
                <a16:creationId xmlns:a16="http://schemas.microsoft.com/office/drawing/2014/main" id="{F421B879-9E57-4439-95DD-D7F82F0D3AF5}"/>
              </a:ext>
            </a:extLst>
          </p:cNvPr>
          <p:cNvPicPr>
            <a:picLocks noChangeAspect="1"/>
          </p:cNvPicPr>
          <p:nvPr/>
        </p:nvPicPr>
        <p:blipFill>
          <a:blip r:embed="rId6"/>
          <a:stretch>
            <a:fillRect/>
          </a:stretch>
        </p:blipFill>
        <p:spPr>
          <a:xfrm>
            <a:off x="4200782" y="-247649"/>
            <a:ext cx="3644311" cy="1117218"/>
          </a:xfrm>
          <a:prstGeom prst="rect">
            <a:avLst/>
          </a:prstGeom>
        </p:spPr>
      </p:pic>
    </p:spTree>
    <p:extLst>
      <p:ext uri="{BB962C8B-B14F-4D97-AF65-F5344CB8AC3E}">
        <p14:creationId xmlns:p14="http://schemas.microsoft.com/office/powerpoint/2010/main" val="2397941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544</Words>
  <Application>Microsoft Office PowerPoint</Application>
  <PresentationFormat>Widescreen</PresentationFormat>
  <Paragraphs>58</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Arial</vt:lpstr>
      <vt:lpstr>Calibri</vt:lpstr>
      <vt:lpstr>Calibri Light</vt:lpstr>
      <vt:lpstr>Open Sans</vt:lpstr>
      <vt:lpstr>Playfair Display</vt:lpstr>
      <vt:lpstr>Roboto</vt:lpstr>
      <vt:lpstr>Wingdings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willie Francis</dc:creator>
  <cp:lastModifiedBy>willie Francis</cp:lastModifiedBy>
  <cp:revision>21</cp:revision>
  <cp:lastPrinted>2021-09-02T04:13:26Z</cp:lastPrinted>
  <dcterms:created xsi:type="dcterms:W3CDTF">2021-09-02T01:53:15Z</dcterms:created>
  <dcterms:modified xsi:type="dcterms:W3CDTF">2021-09-04T18:29:02Z</dcterms:modified>
</cp:coreProperties>
</file>