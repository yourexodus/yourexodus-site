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1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8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Sunday, August 29, 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15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Sunday, August 29, 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68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Sunday, August 29,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99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Sunday, August 29,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0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Sunday, August 29, 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5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Sunday, August 29, 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8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Sunday, August 29, 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34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Sunday, August 29,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37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Sunday, August 29, 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4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Sunday, August 29,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8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Sunday, August 29, 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90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Sunday, August 29, 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7531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33" r:id="rId6"/>
    <p:sldLayoutId id="2147483829" r:id="rId7"/>
    <p:sldLayoutId id="2147483830" r:id="rId8"/>
    <p:sldLayoutId id="2147483831" r:id="rId9"/>
    <p:sldLayoutId id="2147483832" r:id="rId10"/>
    <p:sldLayoutId id="214748383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2E5B6AE-5EFE-45F0-A2AE-ED771CA3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47D7E-7EC0-40B8-B3A4-BBC72A555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5" y="662400"/>
            <a:ext cx="11293200" cy="1000800"/>
          </a:xfrm>
        </p:spPr>
        <p:txBody>
          <a:bodyPr anchor="ctr">
            <a:normAutofit/>
          </a:bodyPr>
          <a:lstStyle/>
          <a:p>
            <a:r>
              <a:rPr lang="en-US" dirty="0"/>
              <a:t>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42F6EE-7FF6-4E2B-8665-856A900BB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11" y="494715"/>
            <a:ext cx="11293200" cy="167681"/>
          </a:xfrm>
        </p:spPr>
        <p:txBody>
          <a:bodyPr anchor="ctr">
            <a:normAutofit fontScale="2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5400" dirty="0"/>
              <a:t>A </a:t>
            </a:r>
          </a:p>
        </p:txBody>
      </p:sp>
      <p:cxnSp>
        <p:nvCxnSpPr>
          <p:cNvPr id="30" name="Straight Connector 24">
            <a:extLst>
              <a:ext uri="{FF2B5EF4-FFF2-40B4-BE49-F238E27FC236}">
                <a16:creationId xmlns:a16="http://schemas.microsoft.com/office/drawing/2014/main" id="{D255B435-D9F3-4A31-B89E-36741390D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450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3" descr="Golden retriever dog sitting in a pine forest">
            <a:extLst>
              <a:ext uri="{FF2B5EF4-FFF2-40B4-BE49-F238E27FC236}">
                <a16:creationId xmlns:a16="http://schemas.microsoft.com/office/drawing/2014/main" id="{A68E8C24-ADC9-4C23-8679-A43548E12C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634" b="36458"/>
          <a:stretch/>
        </p:blipFill>
        <p:spPr>
          <a:xfrm>
            <a:off x="20" y="494711"/>
            <a:ext cx="12191980" cy="636328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C54C9DE-834A-4811-87F7-D08C1802C35F}"/>
              </a:ext>
            </a:extLst>
          </p:cNvPr>
          <p:cNvSpPr/>
          <p:nvPr/>
        </p:nvSpPr>
        <p:spPr>
          <a:xfrm>
            <a:off x="9636369" y="619676"/>
            <a:ext cx="2104886" cy="197488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</p:spTree>
    <p:extLst>
      <p:ext uri="{BB962C8B-B14F-4D97-AF65-F5344CB8AC3E}">
        <p14:creationId xmlns:p14="http://schemas.microsoft.com/office/powerpoint/2010/main" val="2065013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47D7E-7EC0-40B8-B3A4-BBC72A555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5" y="662400"/>
            <a:ext cx="11293200" cy="1000800"/>
          </a:xfrm>
        </p:spPr>
        <p:txBody>
          <a:bodyPr anchor="ctr">
            <a:normAutofit/>
          </a:bodyPr>
          <a:lstStyle/>
          <a:p>
            <a:r>
              <a:rPr lang="en-US" dirty="0"/>
              <a:t>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42F6EE-7FF6-4E2B-8665-856A900BB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11" y="494714"/>
            <a:ext cx="11293200" cy="984885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5400" dirty="0"/>
              <a:t>A place to tell your final chapter</a:t>
            </a:r>
          </a:p>
        </p:txBody>
      </p:sp>
      <p:pic>
        <p:nvPicPr>
          <p:cNvPr id="16" name="Picture 3" descr="Golden retriever dog sitting in a pine forest">
            <a:extLst>
              <a:ext uri="{FF2B5EF4-FFF2-40B4-BE49-F238E27FC236}">
                <a16:creationId xmlns:a16="http://schemas.microsoft.com/office/drawing/2014/main" id="{A68E8C24-ADC9-4C23-8679-A43548E12C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634" b="36458"/>
          <a:stretch/>
        </p:blipFill>
        <p:spPr>
          <a:xfrm>
            <a:off x="20" y="2959198"/>
            <a:ext cx="12191980" cy="389880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C54C9DE-834A-4811-87F7-D08C1802C35F}"/>
              </a:ext>
            </a:extLst>
          </p:cNvPr>
          <p:cNvSpPr/>
          <p:nvPr/>
        </p:nvSpPr>
        <p:spPr>
          <a:xfrm>
            <a:off x="9636369" y="662400"/>
            <a:ext cx="2104886" cy="197488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</p:spTree>
    <p:extLst>
      <p:ext uri="{BB962C8B-B14F-4D97-AF65-F5344CB8AC3E}">
        <p14:creationId xmlns:p14="http://schemas.microsoft.com/office/powerpoint/2010/main" val="640687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0A435B-1E1E-46F8-A975-E79D4FA7C543}"/>
              </a:ext>
            </a:extLst>
          </p:cNvPr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58947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ource Sans Pro Light"/>
        <a:ea typeface=""/>
        <a:cs typeface=""/>
      </a:majorFont>
      <a:minorFont>
        <a:latin typeface="Source Sans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10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 Light</vt:lpstr>
      <vt:lpstr>Source Sans Pro</vt:lpstr>
      <vt:lpstr>Source Sans Pro Light</vt:lpstr>
      <vt:lpstr>ThinLineVTI</vt:lpstr>
      <vt:lpstr> </vt:lpstr>
      <vt:lpstr>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Exodus </dc:title>
  <dc:creator>willie Francis</dc:creator>
  <cp:lastModifiedBy>willie Francis</cp:lastModifiedBy>
  <cp:revision>3</cp:revision>
  <dcterms:created xsi:type="dcterms:W3CDTF">2021-08-29T20:36:10Z</dcterms:created>
  <dcterms:modified xsi:type="dcterms:W3CDTF">2021-08-29T21:40:37Z</dcterms:modified>
</cp:coreProperties>
</file>